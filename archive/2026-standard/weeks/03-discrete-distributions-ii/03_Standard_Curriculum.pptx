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1"/>
  </p:notesMasterIdLst>
  <p:sldIdLst>
    <p:sldId id="256" r:id="rId2"/>
    <p:sldId id="257" r:id="rId3"/>
    <p:sldId id="575" r:id="rId4"/>
    <p:sldId id="576" r:id="rId5"/>
    <p:sldId id="578" r:id="rId6"/>
    <p:sldId id="577" r:id="rId7"/>
    <p:sldId id="579" r:id="rId8"/>
    <p:sldId id="580" r:id="rId9"/>
    <p:sldId id="581" r:id="rId10"/>
    <p:sldId id="582" r:id="rId11"/>
    <p:sldId id="584" r:id="rId12"/>
    <p:sldId id="585" r:id="rId13"/>
    <p:sldId id="567" r:id="rId14"/>
    <p:sldId id="570" r:id="rId15"/>
    <p:sldId id="571" r:id="rId16"/>
    <p:sldId id="586" r:id="rId17"/>
    <p:sldId id="587" r:id="rId18"/>
    <p:sldId id="588" r:id="rId19"/>
    <p:sldId id="26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84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custSel modSld">
      <pc:chgData name="須永大介" userId="afee7028-08f7-45fb-b56f-efe6c4357b09" providerId="ADAL" clId="{5D11F4CF-0B2B-4A29-877A-0D09A59EC514}" dt="2026-08-31T07:11:36.945" v="15" actId="20577"/>
      <pc:docMkLst>
        <pc:docMk/>
      </pc:docMkLst>
      <pc:sldChg chg="modSp mod">
        <pc:chgData name="須永大介" userId="afee7028-08f7-45fb-b56f-efe6c4357b09" providerId="ADAL" clId="{5D11F4CF-0B2B-4A29-877A-0D09A59EC514}" dt="2026-08-31T07:11:36.945" v="15" actId="20577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1:32.544" v="6" actId="20577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11:36.945" v="15" actId="20577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後半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１：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が十分に大きい場合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1685</TotalTime>
  <Words>876</Words>
  <Application>Microsoft Office PowerPoint</Application>
  <PresentationFormat>画面に合わせる (4:3)</PresentationFormat>
  <Paragraphs>164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8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確率分布：離散確率分布(後半)</vt:lpstr>
      <vt:lpstr>今日の目標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128</cp:revision>
  <dcterms:created xsi:type="dcterms:W3CDTF">2025-03-03T09:28:12Z</dcterms:created>
  <dcterms:modified xsi:type="dcterms:W3CDTF">2026-08-31T07:11:41Z</dcterms:modified>
</cp:coreProperties>
</file>