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3"/>
  </p:notesMasterIdLst>
  <p:sldIdLst>
    <p:sldId id="256" r:id="rId2"/>
    <p:sldId id="257" r:id="rId3"/>
    <p:sldId id="258" r:id="rId4"/>
    <p:sldId id="554" r:id="rId5"/>
    <p:sldId id="555" r:id="rId6"/>
    <p:sldId id="556" r:id="rId7"/>
    <p:sldId id="557" r:id="rId8"/>
    <p:sldId id="558" r:id="rId9"/>
    <p:sldId id="559" r:id="rId10"/>
    <p:sldId id="560" r:id="rId11"/>
    <p:sldId id="561" r:id="rId12"/>
    <p:sldId id="562" r:id="rId13"/>
    <p:sldId id="563" r:id="rId14"/>
    <p:sldId id="564" r:id="rId15"/>
    <p:sldId id="566" r:id="rId16"/>
    <p:sldId id="568" r:id="rId17"/>
    <p:sldId id="569" r:id="rId18"/>
    <p:sldId id="572" r:id="rId19"/>
    <p:sldId id="574" r:id="rId20"/>
    <p:sldId id="573" r:id="rId21"/>
    <p:sldId id="262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107" d="100"/>
          <a:sy n="107" d="100"/>
        </p:scale>
        <p:origin x="84" y="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5D11F4CF-0B2B-4A29-877A-0D09A59EC514}"/>
    <pc:docChg chg="undo custSel delSld modSld">
      <pc:chgData name="須永大介" userId="afee7028-08f7-45fb-b56f-efe6c4357b09" providerId="ADAL" clId="{5D11F4CF-0B2B-4A29-877A-0D09A59EC514}" dt="2026-08-31T07:11:21.718" v="54" actId="20577"/>
      <pc:docMkLst>
        <pc:docMk/>
      </pc:docMkLst>
      <pc:sldChg chg="delSp modSp mod">
        <pc:chgData name="須永大介" userId="afee7028-08f7-45fb-b56f-efe6c4357b09" providerId="ADAL" clId="{5D11F4CF-0B2B-4A29-877A-0D09A59EC514}" dt="2026-08-31T07:11:21.718" v="54" actId="20577"/>
        <pc:sldMkLst>
          <pc:docMk/>
          <pc:sldMk cId="218988248" sldId="256"/>
        </pc:sldMkLst>
        <pc:spChg chg="mod">
          <ac:chgData name="須永大介" userId="afee7028-08f7-45fb-b56f-efe6c4357b09" providerId="ADAL" clId="{5D11F4CF-0B2B-4A29-877A-0D09A59EC514}" dt="2026-08-31T07:11:21.718" v="54" actId="20577"/>
          <ac:spMkLst>
            <pc:docMk/>
            <pc:sldMk cId="218988248" sldId="256"/>
            <ac:spMk id="2" creationId="{34E62EDF-23B0-0FF7-CCAE-3A62D57648C2}"/>
          </ac:spMkLst>
        </pc:spChg>
        <pc:spChg chg="mod">
          <ac:chgData name="須永大介" userId="afee7028-08f7-45fb-b56f-efe6c4357b09" providerId="ADAL" clId="{5D11F4CF-0B2B-4A29-877A-0D09A59EC514}" dt="2026-08-31T07:07:35.789" v="18" actId="20577"/>
          <ac:spMkLst>
            <pc:docMk/>
            <pc:sldMk cId="218988248" sldId="256"/>
            <ac:spMk id="3" creationId="{48E8BC8D-F503-6C63-21CA-5EDB859CD491}"/>
          </ac:spMkLst>
        </pc:spChg>
        <pc:spChg chg="del">
          <ac:chgData name="須永大介" userId="afee7028-08f7-45fb-b56f-efe6c4357b09" providerId="ADAL" clId="{5D11F4CF-0B2B-4A29-877A-0D09A59EC514}" dt="2026-08-31T07:07:22.520" v="0" actId="478"/>
          <ac:spMkLst>
            <pc:docMk/>
            <pc:sldMk cId="218988248" sldId="256"/>
            <ac:spMk id="4" creationId="{020C54D4-EEE7-8EAC-6F50-38B262F1392A}"/>
          </ac:spMkLst>
        </pc:spChg>
      </pc:sldChg>
      <pc:sldChg chg="delSp mod">
        <pc:chgData name="須永大介" userId="afee7028-08f7-45fb-b56f-efe6c4357b09" providerId="ADAL" clId="{5D11F4CF-0B2B-4A29-877A-0D09A59EC514}" dt="2026-08-31T07:07:41.280" v="19" actId="478"/>
        <pc:sldMkLst>
          <pc:docMk/>
          <pc:sldMk cId="2665934821" sldId="257"/>
        </pc:sldMkLst>
        <pc:spChg chg="del">
          <ac:chgData name="須永大介" userId="afee7028-08f7-45fb-b56f-efe6c4357b09" providerId="ADAL" clId="{5D11F4CF-0B2B-4A29-877A-0D09A59EC514}" dt="2026-08-31T07:07:41.280" v="19" actId="478"/>
          <ac:spMkLst>
            <pc:docMk/>
            <pc:sldMk cId="2665934821" sldId="257"/>
            <ac:spMk id="5" creationId="{90CAB13B-6701-10C5-8E2A-DD129B66D1EB}"/>
          </ac:spMkLst>
        </pc:spChg>
      </pc:sldChg>
      <pc:sldChg chg="delSp mod">
        <pc:chgData name="須永大介" userId="afee7028-08f7-45fb-b56f-efe6c4357b09" providerId="ADAL" clId="{5D11F4CF-0B2B-4A29-877A-0D09A59EC514}" dt="2026-08-31T07:07:46.724" v="20" actId="478"/>
        <pc:sldMkLst>
          <pc:docMk/>
          <pc:sldMk cId="3046743206" sldId="258"/>
        </pc:sldMkLst>
        <pc:spChg chg="del">
          <ac:chgData name="須永大介" userId="afee7028-08f7-45fb-b56f-efe6c4357b09" providerId="ADAL" clId="{5D11F4CF-0B2B-4A29-877A-0D09A59EC514}" dt="2026-08-31T07:07:46.724" v="20" actId="478"/>
          <ac:spMkLst>
            <pc:docMk/>
            <pc:sldMk cId="3046743206" sldId="258"/>
            <ac:spMk id="4" creationId="{4DE359A7-A42D-D268-68B8-1A48C87D5114}"/>
          </ac:spMkLst>
        </pc:spChg>
      </pc:sldChg>
      <pc:sldChg chg="delSp modSp mod">
        <pc:chgData name="須永大介" userId="afee7028-08f7-45fb-b56f-efe6c4357b09" providerId="ADAL" clId="{5D11F4CF-0B2B-4A29-877A-0D09A59EC514}" dt="2026-08-31T07:11:12.248" v="53" actId="6549"/>
        <pc:sldMkLst>
          <pc:docMk/>
          <pc:sldMk cId="520194553" sldId="262"/>
        </pc:sldMkLst>
        <pc:spChg chg="mod">
          <ac:chgData name="須永大介" userId="afee7028-08f7-45fb-b56f-efe6c4357b09" providerId="ADAL" clId="{5D11F4CF-0B2B-4A29-877A-0D09A59EC514}" dt="2026-08-31T07:11:12.248" v="53" actId="6549"/>
          <ac:spMkLst>
            <pc:docMk/>
            <pc:sldMk cId="520194553" sldId="262"/>
            <ac:spMk id="3" creationId="{500A9993-40CE-C98B-497A-776470BC86E1}"/>
          </ac:spMkLst>
        </pc:spChg>
        <pc:spChg chg="del">
          <ac:chgData name="須永大介" userId="afee7028-08f7-45fb-b56f-efe6c4357b09" providerId="ADAL" clId="{5D11F4CF-0B2B-4A29-877A-0D09A59EC514}" dt="2026-08-31T07:09:34.559" v="49" actId="478"/>
          <ac:spMkLst>
            <pc:docMk/>
            <pc:sldMk cId="520194553" sldId="262"/>
            <ac:spMk id="5" creationId="{7B07DDF3-7D40-DD57-E0FF-3BF29C39086D}"/>
          </ac:spMkLst>
        </pc:spChg>
      </pc:sldChg>
      <pc:sldChg chg="delSp mod">
        <pc:chgData name="須永大介" userId="afee7028-08f7-45fb-b56f-efe6c4357b09" providerId="ADAL" clId="{5D11F4CF-0B2B-4A29-877A-0D09A59EC514}" dt="2026-08-31T07:07:50.309" v="21" actId="478"/>
        <pc:sldMkLst>
          <pc:docMk/>
          <pc:sldMk cId="4281769734" sldId="554"/>
        </pc:sldMkLst>
        <pc:spChg chg="del">
          <ac:chgData name="須永大介" userId="afee7028-08f7-45fb-b56f-efe6c4357b09" providerId="ADAL" clId="{5D11F4CF-0B2B-4A29-877A-0D09A59EC514}" dt="2026-08-31T07:07:50.309" v="21" actId="478"/>
          <ac:spMkLst>
            <pc:docMk/>
            <pc:sldMk cId="4281769734" sldId="554"/>
            <ac:spMk id="6" creationId="{C81E6843-5835-9230-1D96-851DFB10A855}"/>
          </ac:spMkLst>
        </pc:spChg>
      </pc:sldChg>
      <pc:sldChg chg="delSp mod">
        <pc:chgData name="須永大介" userId="afee7028-08f7-45fb-b56f-efe6c4357b09" providerId="ADAL" clId="{5D11F4CF-0B2B-4A29-877A-0D09A59EC514}" dt="2026-08-31T07:07:53.819" v="22" actId="478"/>
        <pc:sldMkLst>
          <pc:docMk/>
          <pc:sldMk cId="4174429675" sldId="555"/>
        </pc:sldMkLst>
        <pc:spChg chg="del">
          <ac:chgData name="須永大介" userId="afee7028-08f7-45fb-b56f-efe6c4357b09" providerId="ADAL" clId="{5D11F4CF-0B2B-4A29-877A-0D09A59EC514}" dt="2026-08-31T07:07:53.819" v="22" actId="478"/>
          <ac:spMkLst>
            <pc:docMk/>
            <pc:sldMk cId="4174429675" sldId="555"/>
            <ac:spMk id="4" creationId="{EBC2478D-FCE3-0318-21E0-36EA5D7DA41F}"/>
          </ac:spMkLst>
        </pc:spChg>
      </pc:sldChg>
      <pc:sldChg chg="delSp mod">
        <pc:chgData name="須永大介" userId="afee7028-08f7-45fb-b56f-efe6c4357b09" providerId="ADAL" clId="{5D11F4CF-0B2B-4A29-877A-0D09A59EC514}" dt="2026-08-31T07:07:56.834" v="23" actId="478"/>
        <pc:sldMkLst>
          <pc:docMk/>
          <pc:sldMk cId="1475703293" sldId="556"/>
        </pc:sldMkLst>
        <pc:spChg chg="del">
          <ac:chgData name="須永大介" userId="afee7028-08f7-45fb-b56f-efe6c4357b09" providerId="ADAL" clId="{5D11F4CF-0B2B-4A29-877A-0D09A59EC514}" dt="2026-08-31T07:07:56.834" v="23" actId="478"/>
          <ac:spMkLst>
            <pc:docMk/>
            <pc:sldMk cId="1475703293" sldId="556"/>
            <ac:spMk id="6" creationId="{E07D18F5-641A-8EB4-C702-1B71C6573F9C}"/>
          </ac:spMkLst>
        </pc:spChg>
      </pc:sldChg>
      <pc:sldChg chg="delSp mod">
        <pc:chgData name="須永大介" userId="afee7028-08f7-45fb-b56f-efe6c4357b09" providerId="ADAL" clId="{5D11F4CF-0B2B-4A29-877A-0D09A59EC514}" dt="2026-08-31T07:07:59.743" v="24" actId="478"/>
        <pc:sldMkLst>
          <pc:docMk/>
          <pc:sldMk cId="2321890196" sldId="557"/>
        </pc:sldMkLst>
        <pc:spChg chg="del">
          <ac:chgData name="須永大介" userId="afee7028-08f7-45fb-b56f-efe6c4357b09" providerId="ADAL" clId="{5D11F4CF-0B2B-4A29-877A-0D09A59EC514}" dt="2026-08-31T07:07:59.743" v="24" actId="478"/>
          <ac:spMkLst>
            <pc:docMk/>
            <pc:sldMk cId="2321890196" sldId="557"/>
            <ac:spMk id="6" creationId="{D777C272-62A2-52BD-FB73-6D61184F7FC8}"/>
          </ac:spMkLst>
        </pc:spChg>
      </pc:sldChg>
      <pc:sldChg chg="delSp mod">
        <pc:chgData name="須永大介" userId="afee7028-08f7-45fb-b56f-efe6c4357b09" providerId="ADAL" clId="{5D11F4CF-0B2B-4A29-877A-0D09A59EC514}" dt="2026-08-31T07:08:03.149" v="25" actId="478"/>
        <pc:sldMkLst>
          <pc:docMk/>
          <pc:sldMk cId="858085296" sldId="558"/>
        </pc:sldMkLst>
        <pc:spChg chg="del">
          <ac:chgData name="須永大介" userId="afee7028-08f7-45fb-b56f-efe6c4357b09" providerId="ADAL" clId="{5D11F4CF-0B2B-4A29-877A-0D09A59EC514}" dt="2026-08-31T07:08:03.149" v="25" actId="478"/>
          <ac:spMkLst>
            <pc:docMk/>
            <pc:sldMk cId="858085296" sldId="558"/>
            <ac:spMk id="7" creationId="{00118ED3-B498-0CB6-6B37-D527B6B09DF8}"/>
          </ac:spMkLst>
        </pc:spChg>
      </pc:sldChg>
      <pc:sldChg chg="delSp mod">
        <pc:chgData name="須永大介" userId="afee7028-08f7-45fb-b56f-efe6c4357b09" providerId="ADAL" clId="{5D11F4CF-0B2B-4A29-877A-0D09A59EC514}" dt="2026-08-31T07:08:05.939" v="26" actId="478"/>
        <pc:sldMkLst>
          <pc:docMk/>
          <pc:sldMk cId="4164177020" sldId="559"/>
        </pc:sldMkLst>
        <pc:spChg chg="del">
          <ac:chgData name="須永大介" userId="afee7028-08f7-45fb-b56f-efe6c4357b09" providerId="ADAL" clId="{5D11F4CF-0B2B-4A29-877A-0D09A59EC514}" dt="2026-08-31T07:08:05.939" v="26" actId="478"/>
          <ac:spMkLst>
            <pc:docMk/>
            <pc:sldMk cId="4164177020" sldId="559"/>
            <ac:spMk id="4" creationId="{46AB7CFB-9048-7782-5A6F-F4675BA844B7}"/>
          </ac:spMkLst>
        </pc:spChg>
      </pc:sldChg>
      <pc:sldChg chg="delSp mod">
        <pc:chgData name="須永大介" userId="afee7028-08f7-45fb-b56f-efe6c4357b09" providerId="ADAL" clId="{5D11F4CF-0B2B-4A29-877A-0D09A59EC514}" dt="2026-08-31T07:08:09.419" v="27" actId="478"/>
        <pc:sldMkLst>
          <pc:docMk/>
          <pc:sldMk cId="1894453079" sldId="560"/>
        </pc:sldMkLst>
        <pc:spChg chg="del">
          <ac:chgData name="須永大介" userId="afee7028-08f7-45fb-b56f-efe6c4357b09" providerId="ADAL" clId="{5D11F4CF-0B2B-4A29-877A-0D09A59EC514}" dt="2026-08-31T07:08:09.419" v="27" actId="478"/>
          <ac:spMkLst>
            <pc:docMk/>
            <pc:sldMk cId="1894453079" sldId="560"/>
            <ac:spMk id="6" creationId="{77BB0974-DB89-2697-2C2D-7166316EBA6E}"/>
          </ac:spMkLst>
        </pc:spChg>
      </pc:sldChg>
      <pc:sldChg chg="delSp mod">
        <pc:chgData name="須永大介" userId="afee7028-08f7-45fb-b56f-efe6c4357b09" providerId="ADAL" clId="{5D11F4CF-0B2B-4A29-877A-0D09A59EC514}" dt="2026-08-31T07:08:12.331" v="28" actId="478"/>
        <pc:sldMkLst>
          <pc:docMk/>
          <pc:sldMk cId="1615081899" sldId="561"/>
        </pc:sldMkLst>
        <pc:spChg chg="del">
          <ac:chgData name="須永大介" userId="afee7028-08f7-45fb-b56f-efe6c4357b09" providerId="ADAL" clId="{5D11F4CF-0B2B-4A29-877A-0D09A59EC514}" dt="2026-08-31T07:08:12.331" v="28" actId="478"/>
          <ac:spMkLst>
            <pc:docMk/>
            <pc:sldMk cId="1615081899" sldId="561"/>
            <ac:spMk id="6" creationId="{6A28BD54-947A-FCA0-5BD2-84B433E464FB}"/>
          </ac:spMkLst>
        </pc:spChg>
      </pc:sldChg>
      <pc:sldChg chg="delSp mod">
        <pc:chgData name="須永大介" userId="afee7028-08f7-45fb-b56f-efe6c4357b09" providerId="ADAL" clId="{5D11F4CF-0B2B-4A29-877A-0D09A59EC514}" dt="2026-08-31T07:08:15.599" v="29" actId="478"/>
        <pc:sldMkLst>
          <pc:docMk/>
          <pc:sldMk cId="2971976942" sldId="562"/>
        </pc:sldMkLst>
        <pc:spChg chg="del">
          <ac:chgData name="須永大介" userId="afee7028-08f7-45fb-b56f-efe6c4357b09" providerId="ADAL" clId="{5D11F4CF-0B2B-4A29-877A-0D09A59EC514}" dt="2026-08-31T07:08:15.599" v="29" actId="478"/>
          <ac:spMkLst>
            <pc:docMk/>
            <pc:sldMk cId="2971976942" sldId="562"/>
            <ac:spMk id="7" creationId="{00A2BCF2-2521-E7B6-C7D4-B4F9672C3CF4}"/>
          </ac:spMkLst>
        </pc:spChg>
      </pc:sldChg>
      <pc:sldChg chg="delSp mod">
        <pc:chgData name="須永大介" userId="afee7028-08f7-45fb-b56f-efe6c4357b09" providerId="ADAL" clId="{5D11F4CF-0B2B-4A29-877A-0D09A59EC514}" dt="2026-08-31T07:08:18.764" v="30" actId="478"/>
        <pc:sldMkLst>
          <pc:docMk/>
          <pc:sldMk cId="1906061771" sldId="563"/>
        </pc:sldMkLst>
        <pc:spChg chg="del">
          <ac:chgData name="須永大介" userId="afee7028-08f7-45fb-b56f-efe6c4357b09" providerId="ADAL" clId="{5D11F4CF-0B2B-4A29-877A-0D09A59EC514}" dt="2026-08-31T07:08:18.764" v="30" actId="478"/>
          <ac:spMkLst>
            <pc:docMk/>
            <pc:sldMk cId="1906061771" sldId="563"/>
            <ac:spMk id="4" creationId="{B956DB25-6490-45BD-8948-ECC1886427CC}"/>
          </ac:spMkLst>
        </pc:spChg>
      </pc:sldChg>
      <pc:sldChg chg="delSp mod">
        <pc:chgData name="須永大介" userId="afee7028-08f7-45fb-b56f-efe6c4357b09" providerId="ADAL" clId="{5D11F4CF-0B2B-4A29-877A-0D09A59EC514}" dt="2026-08-31T07:08:21.900" v="31" actId="478"/>
        <pc:sldMkLst>
          <pc:docMk/>
          <pc:sldMk cId="2864120146" sldId="564"/>
        </pc:sldMkLst>
        <pc:spChg chg="del">
          <ac:chgData name="須永大介" userId="afee7028-08f7-45fb-b56f-efe6c4357b09" providerId="ADAL" clId="{5D11F4CF-0B2B-4A29-877A-0D09A59EC514}" dt="2026-08-31T07:08:21.900" v="31" actId="478"/>
          <ac:spMkLst>
            <pc:docMk/>
            <pc:sldMk cId="2864120146" sldId="564"/>
            <ac:spMk id="5" creationId="{0F13F663-BB24-62B6-C46B-28E5FF77AA83}"/>
          </ac:spMkLst>
        </pc:spChg>
      </pc:sldChg>
      <pc:sldChg chg="delSp mod">
        <pc:chgData name="須永大介" userId="afee7028-08f7-45fb-b56f-efe6c4357b09" providerId="ADAL" clId="{5D11F4CF-0B2B-4A29-877A-0D09A59EC514}" dt="2026-08-31T07:08:25.184" v="32" actId="478"/>
        <pc:sldMkLst>
          <pc:docMk/>
          <pc:sldMk cId="4077723905" sldId="566"/>
        </pc:sldMkLst>
        <pc:spChg chg="del">
          <ac:chgData name="須永大介" userId="afee7028-08f7-45fb-b56f-efe6c4357b09" providerId="ADAL" clId="{5D11F4CF-0B2B-4A29-877A-0D09A59EC514}" dt="2026-08-31T07:08:25.184" v="32" actId="478"/>
          <ac:spMkLst>
            <pc:docMk/>
            <pc:sldMk cId="4077723905" sldId="566"/>
            <ac:spMk id="4" creationId="{AF062B8E-B98E-77D4-6C44-D3C7E0CEF5F5}"/>
          </ac:spMkLst>
        </pc:spChg>
      </pc:sldChg>
      <pc:sldChg chg="del">
        <pc:chgData name="須永大介" userId="afee7028-08f7-45fb-b56f-efe6c4357b09" providerId="ADAL" clId="{5D11F4CF-0B2B-4A29-877A-0D09A59EC514}" dt="2026-08-31T07:11:00.346" v="50" actId="47"/>
        <pc:sldMkLst>
          <pc:docMk/>
          <pc:sldMk cId="3881772389" sldId="567"/>
        </pc:sldMkLst>
      </pc:sldChg>
      <pc:sldChg chg="delSp mod">
        <pc:chgData name="須永大介" userId="afee7028-08f7-45fb-b56f-efe6c4357b09" providerId="ADAL" clId="{5D11F4CF-0B2B-4A29-877A-0D09A59EC514}" dt="2026-08-31T07:08:29.124" v="33" actId="478"/>
        <pc:sldMkLst>
          <pc:docMk/>
          <pc:sldMk cId="3698871308" sldId="569"/>
        </pc:sldMkLst>
        <pc:spChg chg="del">
          <ac:chgData name="須永大介" userId="afee7028-08f7-45fb-b56f-efe6c4357b09" providerId="ADAL" clId="{5D11F4CF-0B2B-4A29-877A-0D09A59EC514}" dt="2026-08-31T07:08:29.124" v="33" actId="478"/>
          <ac:spMkLst>
            <pc:docMk/>
            <pc:sldMk cId="3698871308" sldId="569"/>
            <ac:spMk id="4" creationId="{6750DDE6-67E8-6B14-CEE1-887728E59FD0}"/>
          </ac:spMkLst>
        </pc:spChg>
      </pc:sldChg>
      <pc:sldChg chg="del">
        <pc:chgData name="須永大介" userId="afee7028-08f7-45fb-b56f-efe6c4357b09" providerId="ADAL" clId="{5D11F4CF-0B2B-4A29-877A-0D09A59EC514}" dt="2026-08-31T07:11:00.346" v="50" actId="47"/>
        <pc:sldMkLst>
          <pc:docMk/>
          <pc:sldMk cId="185230539" sldId="570"/>
        </pc:sldMkLst>
      </pc:sldChg>
      <pc:sldChg chg="del">
        <pc:chgData name="須永大介" userId="afee7028-08f7-45fb-b56f-efe6c4357b09" providerId="ADAL" clId="{5D11F4CF-0B2B-4A29-877A-0D09A59EC514}" dt="2026-08-31T07:11:00.346" v="50" actId="47"/>
        <pc:sldMkLst>
          <pc:docMk/>
          <pc:sldMk cId="640806958" sldId="571"/>
        </pc:sldMkLst>
      </pc:sldChg>
      <pc:sldChg chg="delSp mod">
        <pc:chgData name="須永大介" userId="afee7028-08f7-45fb-b56f-efe6c4357b09" providerId="ADAL" clId="{5D11F4CF-0B2B-4A29-877A-0D09A59EC514}" dt="2026-08-31T07:08:32.401" v="34" actId="478"/>
        <pc:sldMkLst>
          <pc:docMk/>
          <pc:sldMk cId="4071326923" sldId="572"/>
        </pc:sldMkLst>
        <pc:spChg chg="del">
          <ac:chgData name="須永大介" userId="afee7028-08f7-45fb-b56f-efe6c4357b09" providerId="ADAL" clId="{5D11F4CF-0B2B-4A29-877A-0D09A59EC514}" dt="2026-08-31T07:08:32.401" v="34" actId="478"/>
          <ac:spMkLst>
            <pc:docMk/>
            <pc:sldMk cId="4071326923" sldId="572"/>
            <ac:spMk id="5" creationId="{FBE963C3-ABF1-5112-809C-3A5454DB4399}"/>
          </ac:spMkLst>
        </pc:spChg>
      </pc:sldChg>
      <pc:sldChg chg="delSp mod">
        <pc:chgData name="須永大介" userId="afee7028-08f7-45fb-b56f-efe6c4357b09" providerId="ADAL" clId="{5D11F4CF-0B2B-4A29-877A-0D09A59EC514}" dt="2026-08-31T07:08:41.744" v="35" actId="478"/>
        <pc:sldMkLst>
          <pc:docMk/>
          <pc:sldMk cId="3190656876" sldId="573"/>
        </pc:sldMkLst>
        <pc:spChg chg="del">
          <ac:chgData name="須永大介" userId="afee7028-08f7-45fb-b56f-efe6c4357b09" providerId="ADAL" clId="{5D11F4CF-0B2B-4A29-877A-0D09A59EC514}" dt="2026-08-31T07:08:41.744" v="35" actId="478"/>
          <ac:spMkLst>
            <pc:docMk/>
            <pc:sldMk cId="3190656876" sldId="573"/>
            <ac:spMk id="4" creationId="{23F51CC3-3846-B06F-AC77-CD213581D8E5}"/>
          </ac:spMkLst>
        </pc:spChg>
      </pc:sldChg>
      <pc:sldChg chg="delSp del mod">
        <pc:chgData name="須永大介" userId="afee7028-08f7-45fb-b56f-efe6c4357b09" providerId="ADAL" clId="{5D11F4CF-0B2B-4A29-877A-0D09A59EC514}" dt="2026-08-31T07:11:00.346" v="50" actId="47"/>
        <pc:sldMkLst>
          <pc:docMk/>
          <pc:sldMk cId="107342072" sldId="575"/>
        </pc:sldMkLst>
        <pc:spChg chg="del">
          <ac:chgData name="須永大介" userId="afee7028-08f7-45fb-b56f-efe6c4357b09" providerId="ADAL" clId="{5D11F4CF-0B2B-4A29-877A-0D09A59EC514}" dt="2026-08-31T07:08:46.199" v="36" actId="478"/>
          <ac:spMkLst>
            <pc:docMk/>
            <pc:sldMk cId="107342072" sldId="575"/>
            <ac:spMk id="4" creationId="{33A09132-61D1-4CF8-487E-1717169D8ED2}"/>
          </ac:spMkLst>
        </pc:spChg>
      </pc:sldChg>
      <pc:sldChg chg="delSp del mod">
        <pc:chgData name="須永大介" userId="afee7028-08f7-45fb-b56f-efe6c4357b09" providerId="ADAL" clId="{5D11F4CF-0B2B-4A29-877A-0D09A59EC514}" dt="2026-08-31T07:11:00.346" v="50" actId="47"/>
        <pc:sldMkLst>
          <pc:docMk/>
          <pc:sldMk cId="837063035" sldId="576"/>
        </pc:sldMkLst>
        <pc:spChg chg="del">
          <ac:chgData name="須永大介" userId="afee7028-08f7-45fb-b56f-efe6c4357b09" providerId="ADAL" clId="{5D11F4CF-0B2B-4A29-877A-0D09A59EC514}" dt="2026-08-31T07:08:50.353" v="37" actId="478"/>
          <ac:spMkLst>
            <pc:docMk/>
            <pc:sldMk cId="837063035" sldId="576"/>
            <ac:spMk id="9" creationId="{E3480A76-875A-98C5-8E53-E6FAC8EF21E7}"/>
          </ac:spMkLst>
        </pc:spChg>
      </pc:sldChg>
      <pc:sldChg chg="delSp del mod">
        <pc:chgData name="須永大介" userId="afee7028-08f7-45fb-b56f-efe6c4357b09" providerId="ADAL" clId="{5D11F4CF-0B2B-4A29-877A-0D09A59EC514}" dt="2026-08-31T07:11:00.346" v="50" actId="47"/>
        <pc:sldMkLst>
          <pc:docMk/>
          <pc:sldMk cId="2303651895" sldId="577"/>
        </pc:sldMkLst>
        <pc:spChg chg="del">
          <ac:chgData name="須永大介" userId="afee7028-08f7-45fb-b56f-efe6c4357b09" providerId="ADAL" clId="{5D11F4CF-0B2B-4A29-877A-0D09A59EC514}" dt="2026-08-31T07:08:56.909" v="39" actId="478"/>
          <ac:spMkLst>
            <pc:docMk/>
            <pc:sldMk cId="2303651895" sldId="577"/>
            <ac:spMk id="6" creationId="{DA469A4B-8513-177F-DE5C-E8CC0DAAB943}"/>
          </ac:spMkLst>
        </pc:spChg>
      </pc:sldChg>
      <pc:sldChg chg="delSp del mod">
        <pc:chgData name="須永大介" userId="afee7028-08f7-45fb-b56f-efe6c4357b09" providerId="ADAL" clId="{5D11F4CF-0B2B-4A29-877A-0D09A59EC514}" dt="2026-08-31T07:11:00.346" v="50" actId="47"/>
        <pc:sldMkLst>
          <pc:docMk/>
          <pc:sldMk cId="142622292" sldId="578"/>
        </pc:sldMkLst>
        <pc:spChg chg="del">
          <ac:chgData name="須永大介" userId="afee7028-08f7-45fb-b56f-efe6c4357b09" providerId="ADAL" clId="{5D11F4CF-0B2B-4A29-877A-0D09A59EC514}" dt="2026-08-31T07:08:53.879" v="38" actId="478"/>
          <ac:spMkLst>
            <pc:docMk/>
            <pc:sldMk cId="142622292" sldId="578"/>
            <ac:spMk id="7" creationId="{8C86E003-1C2B-2CD9-C445-625D0BEB8483}"/>
          </ac:spMkLst>
        </pc:spChg>
      </pc:sldChg>
      <pc:sldChg chg="delSp del mod">
        <pc:chgData name="須永大介" userId="afee7028-08f7-45fb-b56f-efe6c4357b09" providerId="ADAL" clId="{5D11F4CF-0B2B-4A29-877A-0D09A59EC514}" dt="2026-08-31T07:11:00.346" v="50" actId="47"/>
        <pc:sldMkLst>
          <pc:docMk/>
          <pc:sldMk cId="4149136052" sldId="579"/>
        </pc:sldMkLst>
        <pc:spChg chg="del">
          <ac:chgData name="須永大介" userId="afee7028-08f7-45fb-b56f-efe6c4357b09" providerId="ADAL" clId="{5D11F4CF-0B2B-4A29-877A-0D09A59EC514}" dt="2026-08-31T07:09:00.150" v="40" actId="478"/>
          <ac:spMkLst>
            <pc:docMk/>
            <pc:sldMk cId="4149136052" sldId="579"/>
            <ac:spMk id="5" creationId="{8B5D25A3-AE66-A5AA-E4FD-190EE5A2DEFC}"/>
          </ac:spMkLst>
        </pc:spChg>
      </pc:sldChg>
      <pc:sldChg chg="delSp del mod">
        <pc:chgData name="須永大介" userId="afee7028-08f7-45fb-b56f-efe6c4357b09" providerId="ADAL" clId="{5D11F4CF-0B2B-4A29-877A-0D09A59EC514}" dt="2026-08-31T07:11:00.346" v="50" actId="47"/>
        <pc:sldMkLst>
          <pc:docMk/>
          <pc:sldMk cId="2620726110" sldId="580"/>
        </pc:sldMkLst>
        <pc:spChg chg="del">
          <ac:chgData name="須永大介" userId="afee7028-08f7-45fb-b56f-efe6c4357b09" providerId="ADAL" clId="{5D11F4CF-0B2B-4A29-877A-0D09A59EC514}" dt="2026-08-31T07:09:03.389" v="41" actId="478"/>
          <ac:spMkLst>
            <pc:docMk/>
            <pc:sldMk cId="2620726110" sldId="580"/>
            <ac:spMk id="5" creationId="{761CBCD2-EA39-0996-357E-FC8FFDA50ACC}"/>
          </ac:spMkLst>
        </pc:spChg>
      </pc:sldChg>
      <pc:sldChg chg="delSp del mod">
        <pc:chgData name="須永大介" userId="afee7028-08f7-45fb-b56f-efe6c4357b09" providerId="ADAL" clId="{5D11F4CF-0B2B-4A29-877A-0D09A59EC514}" dt="2026-08-31T07:11:00.346" v="50" actId="47"/>
        <pc:sldMkLst>
          <pc:docMk/>
          <pc:sldMk cId="204977848" sldId="581"/>
        </pc:sldMkLst>
        <pc:spChg chg="del">
          <ac:chgData name="須永大介" userId="afee7028-08f7-45fb-b56f-efe6c4357b09" providerId="ADAL" clId="{5D11F4CF-0B2B-4A29-877A-0D09A59EC514}" dt="2026-08-31T07:09:06.163" v="42" actId="478"/>
          <ac:spMkLst>
            <pc:docMk/>
            <pc:sldMk cId="204977848" sldId="581"/>
            <ac:spMk id="5" creationId="{351FC605-AB83-B58C-CA74-E74B6FB2FB86}"/>
          </ac:spMkLst>
        </pc:spChg>
      </pc:sldChg>
      <pc:sldChg chg="delSp del mod">
        <pc:chgData name="須永大介" userId="afee7028-08f7-45fb-b56f-efe6c4357b09" providerId="ADAL" clId="{5D11F4CF-0B2B-4A29-877A-0D09A59EC514}" dt="2026-08-31T07:11:00.346" v="50" actId="47"/>
        <pc:sldMkLst>
          <pc:docMk/>
          <pc:sldMk cId="2408451812" sldId="582"/>
        </pc:sldMkLst>
        <pc:spChg chg="del">
          <ac:chgData name="須永大介" userId="afee7028-08f7-45fb-b56f-efe6c4357b09" providerId="ADAL" clId="{5D11F4CF-0B2B-4A29-877A-0D09A59EC514}" dt="2026-08-31T07:09:09.329" v="43" actId="478"/>
          <ac:spMkLst>
            <pc:docMk/>
            <pc:sldMk cId="2408451812" sldId="582"/>
            <ac:spMk id="5" creationId="{8568EBF2-A50B-44BA-D0CA-4F5D5E122B56}"/>
          </ac:spMkLst>
        </pc:spChg>
      </pc:sldChg>
      <pc:sldChg chg="delSp del mod">
        <pc:chgData name="須永大介" userId="afee7028-08f7-45fb-b56f-efe6c4357b09" providerId="ADAL" clId="{5D11F4CF-0B2B-4A29-877A-0D09A59EC514}" dt="2026-08-31T07:11:00.346" v="50" actId="47"/>
        <pc:sldMkLst>
          <pc:docMk/>
          <pc:sldMk cId="1783624056" sldId="584"/>
        </pc:sldMkLst>
        <pc:spChg chg="del">
          <ac:chgData name="須永大介" userId="afee7028-08f7-45fb-b56f-efe6c4357b09" providerId="ADAL" clId="{5D11F4CF-0B2B-4A29-877A-0D09A59EC514}" dt="2026-08-31T07:09:12.854" v="44" actId="478"/>
          <ac:spMkLst>
            <pc:docMk/>
            <pc:sldMk cId="1783624056" sldId="584"/>
            <ac:spMk id="4" creationId="{04ED94CE-2416-1F0D-5DCF-C0C3E54B4BD4}"/>
          </ac:spMkLst>
        </pc:spChg>
      </pc:sldChg>
      <pc:sldChg chg="delSp del mod">
        <pc:chgData name="須永大介" userId="afee7028-08f7-45fb-b56f-efe6c4357b09" providerId="ADAL" clId="{5D11F4CF-0B2B-4A29-877A-0D09A59EC514}" dt="2026-08-31T07:11:00.346" v="50" actId="47"/>
        <pc:sldMkLst>
          <pc:docMk/>
          <pc:sldMk cId="3889541056" sldId="585"/>
        </pc:sldMkLst>
        <pc:spChg chg="del">
          <ac:chgData name="須永大介" userId="afee7028-08f7-45fb-b56f-efe6c4357b09" providerId="ADAL" clId="{5D11F4CF-0B2B-4A29-877A-0D09A59EC514}" dt="2026-08-31T07:09:19.529" v="45" actId="478"/>
          <ac:spMkLst>
            <pc:docMk/>
            <pc:sldMk cId="3889541056" sldId="585"/>
            <ac:spMk id="6" creationId="{6AC7D045-E617-9C17-8591-0DCFD4C9291A}"/>
          </ac:spMkLst>
        </pc:spChg>
      </pc:sldChg>
      <pc:sldChg chg="delSp del mod">
        <pc:chgData name="須永大介" userId="afee7028-08f7-45fb-b56f-efe6c4357b09" providerId="ADAL" clId="{5D11F4CF-0B2B-4A29-877A-0D09A59EC514}" dt="2026-08-31T07:11:00.346" v="50" actId="47"/>
        <pc:sldMkLst>
          <pc:docMk/>
          <pc:sldMk cId="3899357543" sldId="586"/>
        </pc:sldMkLst>
        <pc:spChg chg="del">
          <ac:chgData name="須永大介" userId="afee7028-08f7-45fb-b56f-efe6c4357b09" providerId="ADAL" clId="{5D11F4CF-0B2B-4A29-877A-0D09A59EC514}" dt="2026-08-31T07:09:24.419" v="46" actId="478"/>
          <ac:spMkLst>
            <pc:docMk/>
            <pc:sldMk cId="3899357543" sldId="586"/>
            <ac:spMk id="4" creationId="{A37BF968-C14D-7F65-CE04-9B828BEA1956}"/>
          </ac:spMkLst>
        </pc:spChg>
      </pc:sldChg>
      <pc:sldChg chg="delSp del mod">
        <pc:chgData name="須永大介" userId="afee7028-08f7-45fb-b56f-efe6c4357b09" providerId="ADAL" clId="{5D11F4CF-0B2B-4A29-877A-0D09A59EC514}" dt="2026-08-31T07:11:00.346" v="50" actId="47"/>
        <pc:sldMkLst>
          <pc:docMk/>
          <pc:sldMk cId="3670865083" sldId="587"/>
        </pc:sldMkLst>
        <pc:spChg chg="del">
          <ac:chgData name="須永大介" userId="afee7028-08f7-45fb-b56f-efe6c4357b09" providerId="ADAL" clId="{5D11F4CF-0B2B-4A29-877A-0D09A59EC514}" dt="2026-08-31T07:09:28.185" v="47" actId="478"/>
          <ac:spMkLst>
            <pc:docMk/>
            <pc:sldMk cId="3670865083" sldId="587"/>
            <ac:spMk id="5" creationId="{BFD8371F-FDC1-E075-E915-F210629B2B34}"/>
          </ac:spMkLst>
        </pc:spChg>
      </pc:sldChg>
      <pc:sldChg chg="delSp del mod">
        <pc:chgData name="須永大介" userId="afee7028-08f7-45fb-b56f-efe6c4357b09" providerId="ADAL" clId="{5D11F4CF-0B2B-4A29-877A-0D09A59EC514}" dt="2026-08-31T07:11:00.346" v="50" actId="47"/>
        <pc:sldMkLst>
          <pc:docMk/>
          <pc:sldMk cId="3877036638" sldId="588"/>
        </pc:sldMkLst>
        <pc:spChg chg="del">
          <ac:chgData name="須永大介" userId="afee7028-08f7-45fb-b56f-efe6c4357b09" providerId="ADAL" clId="{5D11F4CF-0B2B-4A29-877A-0D09A59EC514}" dt="2026-08-31T07:09:31.441" v="48" actId="478"/>
          <ac:spMkLst>
            <pc:docMk/>
            <pc:sldMk cId="3877036638" sldId="588"/>
            <ac:spMk id="5" creationId="{B1D93130-ECD1-8EC3-50B6-D4A307679A7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※</a:t>
            </a:r>
            <a:r>
              <a:rPr kumimoji="1" lang="ja-JP" altLang="en-US" dirty="0"/>
              <a:t>初学者には難易度が高いので，基本は取り扱わなくて良いです．</a:t>
            </a:r>
          </a:p>
          <a:p>
            <a:r>
              <a:rPr kumimoji="1" lang="ja-JP" altLang="en-US" dirty="0"/>
              <a:t>時間が余ったときや積分が必修の分野用に．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935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1588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#02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dirty="0"/>
              <a:t>確率分布：離散確率分布</a:t>
            </a:r>
            <a:r>
              <a:rPr lang="en-US" altLang="ja-JP" dirty="0"/>
              <a:t>(</a:t>
            </a:r>
            <a:r>
              <a:rPr lang="ja-JP" altLang="en-US" dirty="0"/>
              <a:t>前半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節　確率分布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確率変数について理解する</a:t>
            </a:r>
            <a:endParaRPr kumimoji="1" lang="en-US" altLang="ja-JP" dirty="0"/>
          </a:p>
          <a:p>
            <a:pPr lvl="1"/>
            <a:r>
              <a:rPr lang="ja-JP" altLang="en-US" dirty="0"/>
              <a:t>期待値について理解する</a:t>
            </a:r>
            <a:endParaRPr kumimoji="1" lang="en-US" altLang="ja-JP" dirty="0"/>
          </a:p>
          <a:p>
            <a:pPr lvl="1"/>
            <a:r>
              <a:rPr lang="ja-JP" altLang="en-US" dirty="0"/>
              <a:t>離散確率分布について学ぶ</a:t>
            </a:r>
            <a:endParaRPr lang="en-US" altLang="ja-JP" dirty="0"/>
          </a:p>
          <a:p>
            <a:pPr lvl="1"/>
            <a:r>
              <a:rPr kumimoji="1" lang="ja-JP" altLang="en-US" dirty="0"/>
              <a:t>二項分布の確率の計算方法を修得する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r>
              <a:rPr kumimoji="1" lang="ja-JP" altLang="en-US" dirty="0"/>
              <a:t>：確率変数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F0E526-6936-4B97-E126-9D23D5A59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確率変数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C71C0B8-C8D1-36A5-1C9D-ADF41FF91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22631B0-1FD4-4183-9E88-56B10A7F8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確率変数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random variable</a:t>
                </a:r>
              </a:p>
              <a:p>
                <a:pPr lvl="1"/>
                <a:r>
                  <a:rPr kumimoji="1" lang="ja-JP" altLang="en-US" dirty="0"/>
                  <a:t>観測値に確率が対応している変数</a:t>
                </a:r>
                <a:endParaRPr kumimoji="1" lang="en-US" altLang="ja-JP" dirty="0"/>
              </a:p>
              <a:p>
                <a:r>
                  <a:rPr lang="ja-JP" altLang="en-US" dirty="0"/>
                  <a:t>例：サイコロの出た目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がとる可能性のある値：</a:t>
                </a:r>
                <a:r>
                  <a:rPr lang="en-US" altLang="ja-JP" dirty="0"/>
                  <a:t>1,2,3,4,5,6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がいくつになるかは，実際にサイコロを振らないとわからない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偶然性を伴う</a:t>
                </a:r>
                <a:r>
                  <a:rPr lang="ja-JP" altLang="en-US" dirty="0"/>
                  <a:t>事象</a:t>
                </a:r>
                <a:endParaRPr lang="en-US" altLang="ja-JP" dirty="0"/>
              </a:p>
              <a:p>
                <a:r>
                  <a:rPr kumimoji="1" lang="ja-JP" altLang="en-US" b="0" dirty="0"/>
                  <a:t>確率変数には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が含まれる</a:t>
                </a:r>
                <a:r>
                  <a:rPr kumimoji="1" lang="ja-JP" altLang="en-US" dirty="0"/>
                  <a:t>場合もある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くじで当たりが出る本数</a:t>
                </a:r>
                <a:r>
                  <a:rPr lang="ja-JP" altLang="en-US" sz="1800" dirty="0"/>
                  <a:t>（すべてハズレの場合）</a:t>
                </a:r>
                <a:endParaRPr lang="en-US" altLang="ja-JP" sz="1800" dirty="0"/>
              </a:p>
              <a:p>
                <a:pPr lvl="1"/>
                <a:r>
                  <a:rPr kumimoji="1" lang="ja-JP" altLang="en-US" dirty="0"/>
                  <a:t>コイン</a:t>
                </a:r>
                <a:r>
                  <a:rPr kumimoji="1" lang="en-US" altLang="ja-JP" dirty="0"/>
                  <a:t>3</a:t>
                </a:r>
                <a:r>
                  <a:rPr kumimoji="1" lang="ja-JP" altLang="en-US" dirty="0"/>
                  <a:t>枚投げたときに表が出る枚数</a:t>
                </a:r>
                <a:r>
                  <a:rPr kumimoji="1" lang="ja-JP" altLang="en-US" sz="1800" dirty="0"/>
                  <a:t>（すべて裏の場合）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10</a:t>
                </a:r>
                <a:r>
                  <a:rPr lang="ja-JP" altLang="en-US" dirty="0"/>
                  <a:t>連ガチャで当たり枠のキャラ数</a:t>
                </a:r>
                <a:r>
                  <a:rPr lang="ja-JP" altLang="en-US" sz="1800" dirty="0"/>
                  <a:t>（すべてハズレの場合）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22631B0-1FD4-4183-9E88-56B10A7F8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F71B78F-3D3A-64FA-3EB6-270349DFD9BB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4281769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AC97D-0FF2-6B04-252A-0645A04A1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275170D-C312-A9F5-82D7-010D5D820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２</a:t>
            </a:r>
            <a:r>
              <a:rPr kumimoji="1" lang="ja-JP" altLang="en-US" dirty="0"/>
              <a:t>：期待値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D3DEBA4-C5B3-C992-DFD9-44B8AFA87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4429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E07F50-DCEA-AA50-CC7A-B1C5799E0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期待値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39FF2FE-D8A4-659D-052B-CF2613E4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ECEADF-41DD-96AE-25B0-FF11DF1C29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b="1" dirty="0">
                    <a:solidFill>
                      <a:schemeClr val="accent5"/>
                    </a:solidFill>
                  </a:rPr>
                  <a:t>期待値</a:t>
                </a:r>
                <a:endParaRPr kumimoji="1" lang="en-US" altLang="ja-JP" b="1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確率変数のとる値に，対応する確率の重み付けをした加重平均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確率変数と確率の積和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離散確率分布の場合：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func>
                              <m:funcPr>
                                <m:ctrlPr>
                                  <a:rPr kumimoji="1" lang="en-US" altLang="ja-JP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ja-JP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Pr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サイコロの目の例</a:t>
                </a:r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r>
                  <a:rPr lang="ja-JP" altLang="en-US" dirty="0"/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=3.5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ECEADF-41DD-96AE-25B0-FF11DF1C29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137A4CCD-2F7F-7E78-20A7-FB2A56A0E5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1401701"/>
                  </p:ext>
                </p:extLst>
              </p:nvPr>
            </p:nvGraphicFramePr>
            <p:xfrm>
              <a:off x="3217276" y="3083004"/>
              <a:ext cx="570968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3604">
                      <a:extLst>
                        <a:ext uri="{9D8B030D-6E8A-4147-A177-3AD203B41FA5}">
                          <a16:colId xmlns:a16="http://schemas.microsoft.com/office/drawing/2014/main" val="481832015"/>
                        </a:ext>
                      </a:extLst>
                    </a:gridCol>
                    <a:gridCol w="2782080">
                      <a:extLst>
                        <a:ext uri="{9D8B030D-6E8A-4147-A177-3AD203B41FA5}">
                          <a16:colId xmlns:a16="http://schemas.microsoft.com/office/drawing/2014/main" val="389224478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971856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確率変数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b="1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1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kumimoji="1" lang="en-US" altLang="ja-JP" b="1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その目が出る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確率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1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𝑷𝒓</m:t>
                              </m:r>
                              <m:d>
                                <m:dPr>
                                  <m:ctrlPr>
                                    <a:rPr kumimoji="1" lang="en-US" altLang="ja-JP" b="1" i="1" smtClean="0">
                                      <a:latin typeface="Cambria Math" panose="02040503050406030204" pitchFamily="18" charset="0"/>
                                      <a:ea typeface="BIZ UDPゴシック" panose="020B0400000000000000" pitchFamily="50" charset="-128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b="1" i="1" smtClean="0">
                                          <a:latin typeface="Cambria Math" panose="02040503050406030204" pitchFamily="18" charset="0"/>
                                          <a:ea typeface="BIZ UDPゴシック" panose="020B0400000000000000" pitchFamily="50" charset="-128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1" i="1" smtClean="0">
                                          <a:latin typeface="Cambria Math" panose="02040503050406030204" pitchFamily="18" charset="0"/>
                                          <a:ea typeface="BIZ UDPゴシック" panose="020B0400000000000000" pitchFamily="50" charset="-128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kumimoji="1" lang="en-US" altLang="ja-JP" b="1" i="1" smtClean="0">
                                          <a:latin typeface="Cambria Math" panose="02040503050406030204" pitchFamily="18" charset="0"/>
                                          <a:ea typeface="BIZ UDPゴシック" panose="020B0400000000000000" pitchFamily="50" charset="-128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kumimoji="1" lang="en-US" altLang="ja-JP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𝑷𝒓</m:t>
                                </m:r>
                                <m:d>
                                  <m:dPr>
                                    <m:ctrlPr>
                                      <a:rPr kumimoji="1" lang="en-US" altLang="ja-JP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1" lang="en-US" altLang="ja-JP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𝑿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8891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36117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80692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3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3/6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02488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4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4/6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252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096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6/6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24578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137A4CCD-2F7F-7E78-20A7-FB2A56A0E5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1401701"/>
                  </p:ext>
                </p:extLst>
              </p:nvPr>
            </p:nvGraphicFramePr>
            <p:xfrm>
              <a:off x="3217276" y="3083004"/>
              <a:ext cx="5709684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3604">
                      <a:extLst>
                        <a:ext uri="{9D8B030D-6E8A-4147-A177-3AD203B41FA5}">
                          <a16:colId xmlns:a16="http://schemas.microsoft.com/office/drawing/2014/main" val="481832015"/>
                        </a:ext>
                      </a:extLst>
                    </a:gridCol>
                    <a:gridCol w="2782080">
                      <a:extLst>
                        <a:ext uri="{9D8B030D-6E8A-4147-A177-3AD203B41FA5}">
                          <a16:colId xmlns:a16="http://schemas.microsoft.com/office/drawing/2014/main" val="3892244785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971856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433" t="-11475" r="-307792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50766" t="-11475" r="-55580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275600" t="-11475" r="-1600" b="-6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78891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36117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80692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3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3/6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02488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4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4/6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25262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096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6/6</a:t>
                          </a:r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24578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75703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E4C76E-0036-64B9-932D-3F4C366D7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[AL] </a:t>
            </a:r>
            <a:r>
              <a:rPr kumimoji="1" lang="ja-JP" altLang="en-US" dirty="0"/>
              <a:t>考えてみよう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AC9E6BD-1D3A-885A-EC98-5789B0F0D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F7A804C-3103-03CD-BF8F-7DE20968DF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en-US" altLang="ja-JP" dirty="0"/>
                  <a:t>4</a:t>
                </a:r>
                <a:r>
                  <a:rPr kumimoji="1" lang="ja-JP" altLang="en-US" dirty="0"/>
                  <a:t>択問題の試験問題の得点の期待値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4</a:t>
                </a:r>
                <a:r>
                  <a:rPr lang="ja-JP" altLang="en-US" dirty="0"/>
                  <a:t>択のうち，どれが正解かの確率は一定　→　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各問の得点は同じ　→　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問</a:t>
                </a:r>
                <a:r>
                  <a:rPr kumimoji="1" lang="en-US" altLang="ja-JP" dirty="0"/>
                  <a:t>10</a:t>
                </a:r>
                <a:r>
                  <a:rPr kumimoji="1" lang="ja-JP" altLang="en-US" dirty="0"/>
                  <a:t>点</a:t>
                </a:r>
                <a:r>
                  <a:rPr kumimoji="1" lang="en-US" altLang="ja-JP" dirty="0"/>
                  <a:t>×10</a:t>
                </a:r>
                <a:r>
                  <a:rPr kumimoji="1" lang="ja-JP" altLang="en-US" dirty="0"/>
                  <a:t>問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すべて</a:t>
                </a:r>
                <a:r>
                  <a:rPr lang="en-US" altLang="ja-JP" dirty="0"/>
                  <a:t>[1]</a:t>
                </a:r>
                <a:r>
                  <a:rPr lang="ja-JP" altLang="en-US" dirty="0"/>
                  <a:t>をマークしたときの，期待値</a:t>
                </a:r>
                <a:r>
                  <a:rPr lang="ja-JP" altLang="en-US" sz="1800" dirty="0"/>
                  <a:t>（見込みの点数）</a:t>
                </a:r>
                <a:r>
                  <a:rPr lang="ja-JP" altLang="en-US" dirty="0"/>
                  <a:t>はいくつ？</a:t>
                </a:r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kumimoji="1" lang="en-US" altLang="ja-JP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kumimoji="1" lang="en-US" altLang="ja-JP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F7A804C-3103-03CD-BF8F-7DE20968DF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DBCCFCE3-4A1E-859D-7418-6FAB8B9BD383}"/>
              </a:ext>
            </a:extLst>
          </p:cNvPr>
          <p:cNvGrpSpPr/>
          <p:nvPr/>
        </p:nvGrpSpPr>
        <p:grpSpPr>
          <a:xfrm>
            <a:off x="2262076" y="3429000"/>
            <a:ext cx="1395523" cy="745809"/>
            <a:chOff x="2272709" y="3121784"/>
            <a:chExt cx="1395523" cy="745809"/>
          </a:xfrm>
        </p:grpSpPr>
        <p:sp>
          <p:nvSpPr>
            <p:cNvPr id="5" name="右中かっこ 4">
              <a:extLst>
                <a:ext uri="{FF2B5EF4-FFF2-40B4-BE49-F238E27FC236}">
                  <a16:creationId xmlns:a16="http://schemas.microsoft.com/office/drawing/2014/main" id="{793D6B84-035B-F191-74DC-6CB91ABE2F9E}"/>
                </a:ext>
              </a:extLst>
            </p:cNvPr>
            <p:cNvSpPr/>
            <p:nvPr/>
          </p:nvSpPr>
          <p:spPr>
            <a:xfrm rot="16200000">
              <a:off x="2751174" y="2950535"/>
              <a:ext cx="438593" cy="1395523"/>
            </a:xfrm>
            <a:prstGeom prst="rightBrac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E889D94D-7F11-A7B3-BA24-57B055534910}"/>
                    </a:ext>
                  </a:extLst>
                </p:cNvPr>
                <p:cNvSpPr txBox="1"/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ja-JP" altLang="en-US" sz="240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問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E889D94D-7F11-A7B3-BA24-57B0555349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4737" t="-3333" r="-9474" b="-28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D0733E59-BFE0-4249-3877-9B180340AD68}"/>
              </a:ext>
            </a:extLst>
          </p:cNvPr>
          <p:cNvGrpSpPr/>
          <p:nvPr/>
        </p:nvGrpSpPr>
        <p:grpSpPr>
          <a:xfrm>
            <a:off x="4090880" y="3425427"/>
            <a:ext cx="1395523" cy="745809"/>
            <a:chOff x="2272709" y="3121784"/>
            <a:chExt cx="1395523" cy="745809"/>
          </a:xfrm>
        </p:grpSpPr>
        <p:sp>
          <p:nvSpPr>
            <p:cNvPr id="10" name="右中かっこ 9">
              <a:extLst>
                <a:ext uri="{FF2B5EF4-FFF2-40B4-BE49-F238E27FC236}">
                  <a16:creationId xmlns:a16="http://schemas.microsoft.com/office/drawing/2014/main" id="{FA60175E-3D82-6151-006B-093F8FFA1B63}"/>
                </a:ext>
              </a:extLst>
            </p:cNvPr>
            <p:cNvSpPr/>
            <p:nvPr/>
          </p:nvSpPr>
          <p:spPr>
            <a:xfrm rot="16200000">
              <a:off x="2751174" y="2950535"/>
              <a:ext cx="438593" cy="1395523"/>
            </a:xfrm>
            <a:prstGeom prst="rightBrac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D1D81F7C-50A5-E0DC-4D88-D5A3596519CA}"/>
                    </a:ext>
                  </a:extLst>
                </p:cNvPr>
                <p:cNvSpPr txBox="1"/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ja-JP" altLang="en-US" sz="240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問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D1D81F7C-50A5-E0DC-4D88-D5A3596519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4737" t="-3333" r="-9474" b="-3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4C78E93-2C59-7685-F86D-1223311089FD}"/>
              </a:ext>
            </a:extLst>
          </p:cNvPr>
          <p:cNvGrpSpPr/>
          <p:nvPr/>
        </p:nvGrpSpPr>
        <p:grpSpPr>
          <a:xfrm>
            <a:off x="5919682" y="3421854"/>
            <a:ext cx="1395523" cy="745809"/>
            <a:chOff x="2272709" y="3121784"/>
            <a:chExt cx="1395523" cy="745809"/>
          </a:xfrm>
        </p:grpSpPr>
        <p:sp>
          <p:nvSpPr>
            <p:cNvPr id="13" name="右中かっこ 12">
              <a:extLst>
                <a:ext uri="{FF2B5EF4-FFF2-40B4-BE49-F238E27FC236}">
                  <a16:creationId xmlns:a16="http://schemas.microsoft.com/office/drawing/2014/main" id="{A34A1203-B0C5-6F4F-93DD-58CE424876AC}"/>
                </a:ext>
              </a:extLst>
            </p:cNvPr>
            <p:cNvSpPr/>
            <p:nvPr/>
          </p:nvSpPr>
          <p:spPr>
            <a:xfrm rot="16200000">
              <a:off x="2751174" y="2950535"/>
              <a:ext cx="438593" cy="1395523"/>
            </a:xfrm>
            <a:prstGeom prst="rightBrac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52262B61-BA04-C41D-210B-379FE252A9B5}"/>
                    </a:ext>
                  </a:extLst>
                </p:cNvPr>
                <p:cNvSpPr txBox="1"/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ja-JP" altLang="en-US" sz="240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問</m:t>
                        </m:r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52262B61-BA04-C41D-210B-379FE252A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0326" y="3121784"/>
                  <a:ext cx="580287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4737" t="-1639" r="-9474" b="-2786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6BD0DB99-E447-5C89-16F4-68080FE6619E}"/>
              </a:ext>
            </a:extLst>
          </p:cNvPr>
          <p:cNvGrpSpPr/>
          <p:nvPr/>
        </p:nvGrpSpPr>
        <p:grpSpPr>
          <a:xfrm>
            <a:off x="1705967" y="4174810"/>
            <a:ext cx="1253869" cy="1328306"/>
            <a:chOff x="1705967" y="4174810"/>
            <a:chExt cx="1253869" cy="1328306"/>
          </a:xfrm>
        </p:grpSpPr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26ED7B48-F820-6066-ED04-90652645DB3E}"/>
                </a:ext>
              </a:extLst>
            </p:cNvPr>
            <p:cNvGrpSpPr/>
            <p:nvPr/>
          </p:nvGrpSpPr>
          <p:grpSpPr>
            <a:xfrm>
              <a:off x="2445488" y="4174810"/>
              <a:ext cx="467833" cy="1024511"/>
              <a:chOff x="2445488" y="4174810"/>
              <a:chExt cx="467833" cy="1024511"/>
            </a:xfrm>
          </p:grpSpPr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F8A561A7-AA0F-D149-C99A-B9D92AD2E9DE}"/>
                  </a:ext>
                </a:extLst>
              </p:cNvPr>
              <p:cNvSpPr/>
              <p:nvPr/>
            </p:nvSpPr>
            <p:spPr>
              <a:xfrm>
                <a:off x="2445488" y="4174810"/>
                <a:ext cx="467833" cy="567311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7" name="直線矢印コネクタ 16">
                <a:extLst>
                  <a:ext uri="{FF2B5EF4-FFF2-40B4-BE49-F238E27FC236}">
                    <a16:creationId xmlns:a16="http://schemas.microsoft.com/office/drawing/2014/main" id="{4FEC6D27-C138-B76C-6300-04A70D9F03EF}"/>
                  </a:ext>
                </a:extLst>
              </p:cNvPr>
              <p:cNvCxnSpPr>
                <a:stCxn id="15" idx="2"/>
              </p:cNvCxnSpPr>
              <p:nvPr/>
            </p:nvCxnSpPr>
            <p:spPr>
              <a:xfrm flipH="1">
                <a:off x="2445488" y="4742121"/>
                <a:ext cx="233917" cy="457200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E795A491-64E5-FEE0-60EA-7705DA5A0518}"/>
                </a:ext>
              </a:extLst>
            </p:cNvPr>
            <p:cNvSpPr txBox="1"/>
            <p:nvPr/>
          </p:nvSpPr>
          <p:spPr>
            <a:xfrm>
              <a:off x="1705967" y="5133784"/>
              <a:ext cx="12538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問</a:t>
              </a:r>
              <a:r>
                <a:rPr kumimoji="1" lang="en-US" altLang="ja-JP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</a:t>
              </a:r>
              <a:r>
                <a:rPr kumimoji="1" lang="ja-JP" altLang="en-US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の得点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F04C4B2F-069D-18E3-EACD-613D0765BD70}"/>
              </a:ext>
            </a:extLst>
          </p:cNvPr>
          <p:cNvGrpSpPr/>
          <p:nvPr/>
        </p:nvGrpSpPr>
        <p:grpSpPr>
          <a:xfrm>
            <a:off x="3224320" y="4105548"/>
            <a:ext cx="2144522" cy="1402716"/>
            <a:chOff x="2543837" y="4112695"/>
            <a:chExt cx="2144522" cy="1402716"/>
          </a:xfrm>
        </p:grpSpPr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1A50002C-252E-E65D-15F2-71C7CAFA5F8E}"/>
                </a:ext>
              </a:extLst>
            </p:cNvPr>
            <p:cNvGrpSpPr/>
            <p:nvPr/>
          </p:nvGrpSpPr>
          <p:grpSpPr>
            <a:xfrm>
              <a:off x="2543837" y="4112695"/>
              <a:ext cx="433279" cy="1069363"/>
              <a:chOff x="2543837" y="4112695"/>
              <a:chExt cx="433279" cy="1069363"/>
            </a:xfrm>
          </p:grpSpPr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148C33B7-21E1-BD52-24F2-DF2EABA2AEEC}"/>
                  </a:ext>
                </a:extLst>
              </p:cNvPr>
              <p:cNvSpPr/>
              <p:nvPr/>
            </p:nvSpPr>
            <p:spPr>
              <a:xfrm>
                <a:off x="2543837" y="4112695"/>
                <a:ext cx="295984" cy="817327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5" name="直線矢印コネクタ 24">
                <a:extLst>
                  <a:ext uri="{FF2B5EF4-FFF2-40B4-BE49-F238E27FC236}">
                    <a16:creationId xmlns:a16="http://schemas.microsoft.com/office/drawing/2014/main" id="{24CE5CCC-70B4-CB0F-6381-9C65C02FA01B}"/>
                  </a:ext>
                </a:extLst>
              </p:cNvPr>
              <p:cNvCxnSpPr>
                <a:cxnSpLocks/>
                <a:stCxn id="24" idx="2"/>
              </p:cNvCxnSpPr>
              <p:nvPr/>
            </p:nvCxnSpPr>
            <p:spPr>
              <a:xfrm>
                <a:off x="2691829" y="4930022"/>
                <a:ext cx="285287" cy="252036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6BF1C3F4-3E4C-C210-9728-447DA670BE3F}"/>
                </a:ext>
              </a:extLst>
            </p:cNvPr>
            <p:cNvSpPr txBox="1"/>
            <p:nvPr/>
          </p:nvSpPr>
          <p:spPr>
            <a:xfrm>
              <a:off x="2756420" y="5146079"/>
              <a:ext cx="19319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問</a:t>
              </a:r>
              <a:r>
                <a:rPr kumimoji="1" lang="en-US" altLang="ja-JP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</a:t>
              </a:r>
              <a:r>
                <a:rPr kumimoji="1" lang="ja-JP" altLang="en-US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が当たる確率</a:t>
              </a:r>
            </a:p>
          </p:txBody>
        </p:sp>
      </p:grp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EB700B2-42B1-D48A-C074-E444551AF5FB}"/>
              </a:ext>
            </a:extLst>
          </p:cNvPr>
          <p:cNvSpPr/>
          <p:nvPr/>
        </p:nvSpPr>
        <p:spPr>
          <a:xfrm>
            <a:off x="2262076" y="3798332"/>
            <a:ext cx="5978157" cy="14009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B9494B2-F5FB-E6C1-F9E0-61B1FE63A98B}"/>
              </a:ext>
            </a:extLst>
          </p:cNvPr>
          <p:cNvSpPr/>
          <p:nvPr/>
        </p:nvSpPr>
        <p:spPr>
          <a:xfrm>
            <a:off x="2262075" y="5575799"/>
            <a:ext cx="4065223" cy="8862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189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E288A9-ED90-D85E-B81D-886E1183F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積分の計算練習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88EACDD-4C75-2337-90C3-E4450EE3F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416A057-A8F7-681F-782D-5AFDEDE589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連続確率変数の場合の期待値：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ja-JP" altLang="en-US" dirty="0"/>
                  <a:t>は確率密度関数</a:t>
                </a:r>
                <a:endParaRPr kumimoji="1" lang="en-US" altLang="ja-JP" dirty="0"/>
              </a:p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kumimoji="1" lang="ja-JP" altLang="en-US" dirty="0"/>
                  <a:t> において，確率変数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≤6</m:t>
                    </m:r>
                  </m:oMath>
                </a14:m>
                <a:r>
                  <a:rPr kumimoji="1" lang="ja-JP" altLang="en-US" dirty="0"/>
                  <a:t> のとき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ⅆ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416A057-A8F7-681F-782D-5AFDEDE589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9" t="-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3312506A-280E-DE21-E336-8771449C0524}"/>
              </a:ext>
            </a:extLst>
          </p:cNvPr>
          <p:cNvGrpSpPr/>
          <p:nvPr/>
        </p:nvGrpSpPr>
        <p:grpSpPr>
          <a:xfrm>
            <a:off x="2392326" y="3040473"/>
            <a:ext cx="5422604" cy="1573618"/>
            <a:chOff x="2392326" y="3040473"/>
            <a:chExt cx="5422604" cy="1573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フローチャート: 処理 4">
                  <a:extLst>
                    <a:ext uri="{FF2B5EF4-FFF2-40B4-BE49-F238E27FC236}">
                      <a16:creationId xmlns:a16="http://schemas.microsoft.com/office/drawing/2014/main" id="{4C103D29-2394-4A78-094B-E2047C5B1A3D}"/>
                    </a:ext>
                  </a:extLst>
                </p:cNvPr>
                <p:cNvSpPr/>
                <p:nvPr/>
              </p:nvSpPr>
              <p:spPr>
                <a:xfrm>
                  <a:off x="3976576" y="3040473"/>
                  <a:ext cx="3838354" cy="1573618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kumimoji="1" lang="ja-JP" altLang="en-US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𝑥𝑓</m:t>
                            </m:r>
                            <m:d>
                              <m:d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nary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f>
                              <m:f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nary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ⅆ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nary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oMath>
                    </m:oMathPara>
                  </a14:m>
                  <a:endParaRPr kumimoji="1" lang="ja-JP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フローチャート: 処理 4">
                  <a:extLst>
                    <a:ext uri="{FF2B5EF4-FFF2-40B4-BE49-F238E27FC236}">
                      <a16:creationId xmlns:a16="http://schemas.microsoft.com/office/drawing/2014/main" id="{4C103D29-2394-4A78-094B-E2047C5B1A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576" y="3040473"/>
                  <a:ext cx="3838354" cy="1573618"/>
                </a:xfrm>
                <a:prstGeom prst="flowChartProcess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08CE979B-4386-21F1-909F-9368608879C3}"/>
                </a:ext>
              </a:extLst>
            </p:cNvPr>
            <p:cNvCxnSpPr>
              <a:stCxn id="5" idx="1"/>
            </p:cNvCxnSpPr>
            <p:nvPr/>
          </p:nvCxnSpPr>
          <p:spPr>
            <a:xfrm flipH="1">
              <a:off x="2392326" y="3827282"/>
              <a:ext cx="1584250" cy="1492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3AB2663-91ED-ECE2-9F16-AA4C6D1DDDCB}"/>
              </a:ext>
            </a:extLst>
          </p:cNvPr>
          <p:cNvGrpSpPr/>
          <p:nvPr/>
        </p:nvGrpSpPr>
        <p:grpSpPr>
          <a:xfrm>
            <a:off x="1892595" y="4880892"/>
            <a:ext cx="4221126" cy="935117"/>
            <a:chOff x="1892595" y="4880892"/>
            <a:chExt cx="4221126" cy="9351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フローチャート: 処理 5">
                  <a:extLst>
                    <a:ext uri="{FF2B5EF4-FFF2-40B4-BE49-F238E27FC236}">
                      <a16:creationId xmlns:a16="http://schemas.microsoft.com/office/drawing/2014/main" id="{6BB7968D-0F3E-4F2B-ED67-24AE93764F13}"/>
                    </a:ext>
                  </a:extLst>
                </p:cNvPr>
                <p:cNvSpPr/>
                <p:nvPr/>
              </p:nvSpPr>
              <p:spPr>
                <a:xfrm>
                  <a:off x="3976576" y="4880892"/>
                  <a:ext cx="2137145" cy="935117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bSup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a:rPr kumimoji="1"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ja-JP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oMath>
                    </m:oMathPara>
                  </a14:m>
                  <a:endParaRPr kumimoji="1" lang="ja-JP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フローチャート: 処理 5">
                  <a:extLst>
                    <a:ext uri="{FF2B5EF4-FFF2-40B4-BE49-F238E27FC236}">
                      <a16:creationId xmlns:a16="http://schemas.microsoft.com/office/drawing/2014/main" id="{6BB7968D-0F3E-4F2B-ED67-24AE93764F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576" y="4880892"/>
                  <a:ext cx="2137145" cy="935117"/>
                </a:xfrm>
                <a:prstGeom prst="flowChartProcess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D4A4A066-04E3-5935-FAB1-D20EF675F0BD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 flipV="1">
              <a:off x="1892595" y="5220586"/>
              <a:ext cx="2083981" cy="1278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82DCB85-6E78-13DE-F9E6-FD547B766DBD}"/>
              </a:ext>
            </a:extLst>
          </p:cNvPr>
          <p:cNvSpPr/>
          <p:nvPr/>
        </p:nvSpPr>
        <p:spPr>
          <a:xfrm>
            <a:off x="507705" y="3614789"/>
            <a:ext cx="1884622" cy="7339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0FD4CC0-132A-63C4-09CA-31E8A7BC8B85}"/>
              </a:ext>
            </a:extLst>
          </p:cNvPr>
          <p:cNvSpPr/>
          <p:nvPr/>
        </p:nvSpPr>
        <p:spPr>
          <a:xfrm>
            <a:off x="507703" y="4417966"/>
            <a:ext cx="2083981" cy="8665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E7DA8AF-2F35-C8C4-2FD4-6043FF63478B}"/>
              </a:ext>
            </a:extLst>
          </p:cNvPr>
          <p:cNvSpPr/>
          <p:nvPr/>
        </p:nvSpPr>
        <p:spPr>
          <a:xfrm>
            <a:off x="507703" y="5347892"/>
            <a:ext cx="1161609" cy="4681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808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F776F-AC53-65B0-1D62-14B20FD80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F4ED18F-86E6-6608-FE61-D4B45772C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３：</a:t>
            </a:r>
            <a:r>
              <a:rPr lang="ja-JP" altLang="en-US" dirty="0"/>
              <a:t>確率分布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E7B8BA9-7F4C-0994-DB5C-4063CA3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4177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51E794-AA5C-EBF5-F842-F187C4CE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2CE30BB-D09A-C351-533C-429C6F006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ED93B9-D58F-D635-2B79-A46C795B9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b="1" dirty="0">
                <a:solidFill>
                  <a:schemeClr val="accent5"/>
                </a:solidFill>
              </a:rPr>
              <a:t>確率分布</a:t>
            </a:r>
            <a:r>
              <a:rPr kumimoji="1" lang="ja-JP" altLang="en-US" dirty="0"/>
              <a:t>　</a:t>
            </a:r>
            <a:r>
              <a:rPr kumimoji="1" lang="en-US" altLang="ja-JP" dirty="0">
                <a:solidFill>
                  <a:schemeClr val="accent2"/>
                </a:solidFill>
              </a:rPr>
              <a:t>probability distribution</a:t>
            </a:r>
          </a:p>
          <a:p>
            <a:pPr lvl="1"/>
            <a:r>
              <a:rPr lang="ja-JP" altLang="en-US" dirty="0"/>
              <a:t>確率変数に対して，それぞれの値をとる確率全体を表すもの</a:t>
            </a:r>
            <a:endParaRPr lang="en-US" altLang="ja-JP" dirty="0"/>
          </a:p>
          <a:p>
            <a:pPr lvl="1"/>
            <a:r>
              <a:rPr kumimoji="1" lang="ja-JP" altLang="en-US" dirty="0">
                <a:solidFill>
                  <a:schemeClr val="accent5"/>
                </a:solidFill>
              </a:rPr>
              <a:t>確率変数が，ある値となる確率を与える関数</a:t>
            </a:r>
            <a:endParaRPr kumimoji="1" lang="en-US" altLang="ja-JP" dirty="0">
              <a:solidFill>
                <a:schemeClr val="accent5"/>
              </a:solidFill>
            </a:endParaRPr>
          </a:p>
          <a:p>
            <a:pPr lvl="1"/>
            <a:r>
              <a:rPr lang="ja-JP" altLang="en-US" dirty="0"/>
              <a:t>離散確率分布と連続確率分布がある</a:t>
            </a:r>
            <a:endParaRPr kumimoji="1" lang="en-US" altLang="ja-JP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58A6991-167D-3104-D4F0-862C248101B6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894453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DF7A22-C5B7-8A99-E380-552F200B4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離散確率分布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47314CE-9906-A292-74CC-40C46A8F4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1D5212-D2CF-6B8F-E721-9854D3EEC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dirty="0">
                <a:solidFill>
                  <a:schemeClr val="accent5"/>
                </a:solidFill>
              </a:rPr>
              <a:t>離散確率分布</a:t>
            </a:r>
            <a:r>
              <a:rPr lang="ja-JP" altLang="en-US" dirty="0"/>
              <a:t>　</a:t>
            </a:r>
            <a:r>
              <a:rPr lang="en-US" altLang="ja-JP" dirty="0">
                <a:solidFill>
                  <a:schemeClr val="accent2"/>
                </a:solidFill>
              </a:rPr>
              <a:t>discrete probability distribution</a:t>
            </a:r>
          </a:p>
          <a:p>
            <a:pPr lvl="1"/>
            <a:r>
              <a:rPr lang="en-US" altLang="ja-JP" dirty="0"/>
              <a:t>0</a:t>
            </a:r>
            <a:r>
              <a:rPr lang="ja-JP" altLang="en-US" dirty="0"/>
              <a:t>でない確率をとる確率変数の値が取り得る範囲</a:t>
            </a:r>
            <a:r>
              <a:rPr lang="ja-JP" altLang="en-US" sz="1800" dirty="0"/>
              <a:t>（値域）</a:t>
            </a:r>
            <a:r>
              <a:rPr lang="ja-JP" altLang="en-US" dirty="0"/>
              <a:t>が</a:t>
            </a:r>
            <a:br>
              <a:rPr lang="en-US" altLang="ja-JP" dirty="0"/>
            </a:br>
            <a:r>
              <a:rPr lang="ja-JP" altLang="en-US" dirty="0"/>
              <a:t>加算個である確率分布</a:t>
            </a:r>
            <a:endParaRPr lang="en-US" altLang="ja-JP" dirty="0"/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確率変数が離散変数</a:t>
            </a:r>
            <a:r>
              <a:rPr lang="ja-JP" altLang="en-US" dirty="0"/>
              <a:t>である場合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離散変数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中間の値が存在しない変数</a:t>
            </a:r>
            <a:endParaRPr kumimoji="1" lang="en-US" altLang="ja-JP" dirty="0"/>
          </a:p>
          <a:p>
            <a:pPr lvl="1"/>
            <a:r>
              <a:rPr lang="ja-JP" altLang="en-US" dirty="0"/>
              <a:t>通常は整数値のみをとる</a:t>
            </a:r>
            <a:endParaRPr lang="en-US" altLang="ja-JP" dirty="0"/>
          </a:p>
          <a:p>
            <a:pPr lvl="2"/>
            <a:r>
              <a:rPr kumimoji="1" lang="ja-JP" altLang="en-US" dirty="0"/>
              <a:t>サイコロの目，人数，など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29D1630-D0F5-ABE2-5BCC-B16D841C6453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AB4EEFE4-9182-801A-A6CE-F9E6FA21BC4A}"/>
              </a:ext>
            </a:extLst>
          </p:cNvPr>
          <p:cNvGrpSpPr/>
          <p:nvPr/>
        </p:nvGrpSpPr>
        <p:grpSpPr>
          <a:xfrm>
            <a:off x="5220586" y="2229780"/>
            <a:ext cx="3359888" cy="2204271"/>
            <a:chOff x="5103628" y="1857640"/>
            <a:chExt cx="3359888" cy="2204271"/>
          </a:xfrm>
        </p:grpSpPr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48AAF6A7-D5CA-1F99-6D4B-3C4851B942DF}"/>
                </a:ext>
              </a:extLst>
            </p:cNvPr>
            <p:cNvCxnSpPr/>
            <p:nvPr/>
          </p:nvCxnSpPr>
          <p:spPr>
            <a:xfrm>
              <a:off x="5103628" y="3668233"/>
              <a:ext cx="3359888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E7CF3C02-7BCB-A03E-3687-882A6A38449A}"/>
                </a:ext>
              </a:extLst>
            </p:cNvPr>
            <p:cNvGrpSpPr/>
            <p:nvPr/>
          </p:nvGrpSpPr>
          <p:grpSpPr>
            <a:xfrm>
              <a:off x="5170201" y="1857640"/>
              <a:ext cx="3027726" cy="2204271"/>
              <a:chOff x="5170201" y="1857640"/>
              <a:chExt cx="3027726" cy="2204271"/>
            </a:xfrm>
          </p:grpSpPr>
          <p:grpSp>
            <p:nvGrpSpPr>
              <p:cNvPr id="15" name="グループ化 14">
                <a:extLst>
                  <a:ext uri="{FF2B5EF4-FFF2-40B4-BE49-F238E27FC236}">
                    <a16:creationId xmlns:a16="http://schemas.microsoft.com/office/drawing/2014/main" id="{0FCFE5D5-F789-0FFA-AB42-A55183B81F49}"/>
                  </a:ext>
                </a:extLst>
              </p:cNvPr>
              <p:cNvGrpSpPr/>
              <p:nvPr/>
            </p:nvGrpSpPr>
            <p:grpSpPr>
              <a:xfrm>
                <a:off x="5170201" y="2477251"/>
                <a:ext cx="606256" cy="1584660"/>
                <a:chOff x="5170201" y="2477251"/>
                <a:chExt cx="606256" cy="1584660"/>
              </a:xfrm>
            </p:grpSpPr>
            <p:grpSp>
              <p:nvGrpSpPr>
                <p:cNvPr id="12" name="グループ化 11">
                  <a:extLst>
                    <a:ext uri="{FF2B5EF4-FFF2-40B4-BE49-F238E27FC236}">
                      <a16:creationId xmlns:a16="http://schemas.microsoft.com/office/drawing/2014/main" id="{21D5D60E-5228-D8F5-D248-2637A1FBCA5F}"/>
                    </a:ext>
                  </a:extLst>
                </p:cNvPr>
                <p:cNvGrpSpPr/>
                <p:nvPr/>
              </p:nvGrpSpPr>
              <p:grpSpPr>
                <a:xfrm>
                  <a:off x="5386866" y="2858755"/>
                  <a:ext cx="172926" cy="895941"/>
                  <a:chOff x="5386866" y="2858755"/>
                  <a:chExt cx="172926" cy="895941"/>
                </a:xfrm>
              </p:grpSpPr>
              <p:cxnSp>
                <p:nvCxnSpPr>
                  <p:cNvPr id="9" name="直線コネクタ 8">
                    <a:extLst>
                      <a:ext uri="{FF2B5EF4-FFF2-40B4-BE49-F238E27FC236}">
                        <a16:creationId xmlns:a16="http://schemas.microsoft.com/office/drawing/2014/main" id="{424C8329-EA43-689D-B047-53CB03524DBB}"/>
                      </a:ext>
                    </a:extLst>
                  </p:cNvPr>
                  <p:cNvCxnSpPr>
                    <a:cxnSpLocks/>
                    <a:stCxn id="11" idx="4"/>
                    <a:endCxn id="10" idx="0"/>
                  </p:cNvCxnSpPr>
                  <p:nvPr/>
                </p:nvCxnSpPr>
                <p:spPr>
                  <a:xfrm>
                    <a:off x="5473329" y="3031681"/>
                    <a:ext cx="0" cy="550089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" name="楕円 9">
                    <a:extLst>
                      <a:ext uri="{FF2B5EF4-FFF2-40B4-BE49-F238E27FC236}">
                        <a16:creationId xmlns:a16="http://schemas.microsoft.com/office/drawing/2014/main" id="{FE705B3C-1592-3BA8-422E-EBAF0E9A8191}"/>
                      </a:ext>
                    </a:extLst>
                  </p:cNvPr>
                  <p:cNvSpPr/>
                  <p:nvPr/>
                </p:nvSpPr>
                <p:spPr>
                  <a:xfrm>
                    <a:off x="5386866" y="3581770"/>
                    <a:ext cx="172926" cy="172926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1" name="楕円 10">
                    <a:extLst>
                      <a:ext uri="{FF2B5EF4-FFF2-40B4-BE49-F238E27FC236}">
                        <a16:creationId xmlns:a16="http://schemas.microsoft.com/office/drawing/2014/main" id="{DD710A21-BB21-DC34-6AD1-10BFF872B871}"/>
                      </a:ext>
                    </a:extLst>
                  </p:cNvPr>
                  <p:cNvSpPr/>
                  <p:nvPr/>
                </p:nvSpPr>
                <p:spPr>
                  <a:xfrm>
                    <a:off x="5386866" y="2858755"/>
                    <a:ext cx="172926" cy="17292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1A7AAABB-6A2F-2646-E35D-7CC6AE01F4DC}"/>
                    </a:ext>
                  </a:extLst>
                </p:cNvPr>
                <p:cNvSpPr txBox="1"/>
                <p:nvPr/>
              </p:nvSpPr>
              <p:spPr>
                <a:xfrm>
                  <a:off x="5308059" y="3692579"/>
                  <a:ext cx="3305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61F2FDA8-8411-EB08-9CC3-56F9AB4BE970}"/>
                    </a:ext>
                  </a:extLst>
                </p:cNvPr>
                <p:cNvSpPr txBox="1"/>
                <p:nvPr/>
              </p:nvSpPr>
              <p:spPr>
                <a:xfrm>
                  <a:off x="5170201" y="2477251"/>
                  <a:ext cx="6062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0.3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p:grpSp>
          <p:grpSp>
            <p:nvGrpSpPr>
              <p:cNvPr id="16" name="グループ化 15">
                <a:extLst>
                  <a:ext uri="{FF2B5EF4-FFF2-40B4-BE49-F238E27FC236}">
                    <a16:creationId xmlns:a16="http://schemas.microsoft.com/office/drawing/2014/main" id="{5592BAED-7D7E-91B9-93DD-7F952B05B659}"/>
                  </a:ext>
                </a:extLst>
              </p:cNvPr>
              <p:cNvGrpSpPr/>
              <p:nvPr/>
            </p:nvGrpSpPr>
            <p:grpSpPr>
              <a:xfrm>
                <a:off x="5772044" y="2784466"/>
                <a:ext cx="606256" cy="1275378"/>
                <a:chOff x="5163152" y="2786533"/>
                <a:chExt cx="606256" cy="1275378"/>
              </a:xfrm>
            </p:grpSpPr>
            <p:grpSp>
              <p:nvGrpSpPr>
                <p:cNvPr id="17" name="グループ化 16">
                  <a:extLst>
                    <a:ext uri="{FF2B5EF4-FFF2-40B4-BE49-F238E27FC236}">
                      <a16:creationId xmlns:a16="http://schemas.microsoft.com/office/drawing/2014/main" id="{5E86F980-70CF-43D5-8DA5-C31E9713736B}"/>
                    </a:ext>
                  </a:extLst>
                </p:cNvPr>
                <p:cNvGrpSpPr/>
                <p:nvPr/>
              </p:nvGrpSpPr>
              <p:grpSpPr>
                <a:xfrm>
                  <a:off x="5381177" y="3132032"/>
                  <a:ext cx="178615" cy="622664"/>
                  <a:chOff x="5381177" y="3132032"/>
                  <a:chExt cx="178615" cy="622664"/>
                </a:xfrm>
              </p:grpSpPr>
              <p:cxnSp>
                <p:nvCxnSpPr>
                  <p:cNvPr id="20" name="直線コネクタ 19">
                    <a:extLst>
                      <a:ext uri="{FF2B5EF4-FFF2-40B4-BE49-F238E27FC236}">
                        <a16:creationId xmlns:a16="http://schemas.microsoft.com/office/drawing/2014/main" id="{2806E7CA-516B-435C-619E-4BF6BB0C56DE}"/>
                      </a:ext>
                    </a:extLst>
                  </p:cNvPr>
                  <p:cNvCxnSpPr>
                    <a:cxnSpLocks/>
                    <a:stCxn id="22" idx="4"/>
                    <a:endCxn id="21" idx="0"/>
                  </p:cNvCxnSpPr>
                  <p:nvPr/>
                </p:nvCxnSpPr>
                <p:spPr>
                  <a:xfrm>
                    <a:off x="5467640" y="3304958"/>
                    <a:ext cx="5689" cy="276812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" name="楕円 20">
                    <a:extLst>
                      <a:ext uri="{FF2B5EF4-FFF2-40B4-BE49-F238E27FC236}">
                        <a16:creationId xmlns:a16="http://schemas.microsoft.com/office/drawing/2014/main" id="{81156A56-F949-8B5B-3F7B-431175A0A427}"/>
                      </a:ext>
                    </a:extLst>
                  </p:cNvPr>
                  <p:cNvSpPr/>
                  <p:nvPr/>
                </p:nvSpPr>
                <p:spPr>
                  <a:xfrm>
                    <a:off x="5386866" y="3581770"/>
                    <a:ext cx="172926" cy="172926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2" name="楕円 21">
                    <a:extLst>
                      <a:ext uri="{FF2B5EF4-FFF2-40B4-BE49-F238E27FC236}">
                        <a16:creationId xmlns:a16="http://schemas.microsoft.com/office/drawing/2014/main" id="{20CFD3C3-5F67-0DD4-40BD-D01E0429FCD7}"/>
                      </a:ext>
                    </a:extLst>
                  </p:cNvPr>
                  <p:cNvSpPr/>
                  <p:nvPr/>
                </p:nvSpPr>
                <p:spPr>
                  <a:xfrm>
                    <a:off x="5381177" y="3132032"/>
                    <a:ext cx="172926" cy="17292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A78B1464-E12B-2246-A30F-357715400149}"/>
                    </a:ext>
                  </a:extLst>
                </p:cNvPr>
                <p:cNvSpPr txBox="1"/>
                <p:nvPr/>
              </p:nvSpPr>
              <p:spPr>
                <a:xfrm>
                  <a:off x="5308059" y="3692579"/>
                  <a:ext cx="359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53A87A07-F39E-CB26-7C77-C0D01723A24D}"/>
                    </a:ext>
                  </a:extLst>
                </p:cNvPr>
                <p:cNvSpPr txBox="1"/>
                <p:nvPr/>
              </p:nvSpPr>
              <p:spPr>
                <a:xfrm>
                  <a:off x="5163152" y="2786533"/>
                  <a:ext cx="6062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0.2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p:grpSp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892AED9B-58C1-FF3E-74A2-56F75AA43354}"/>
                  </a:ext>
                </a:extLst>
              </p:cNvPr>
              <p:cNvGrpSpPr/>
              <p:nvPr/>
            </p:nvGrpSpPr>
            <p:grpSpPr>
              <a:xfrm>
                <a:off x="6387984" y="1857640"/>
                <a:ext cx="606256" cy="2202204"/>
                <a:chOff x="5170201" y="1859707"/>
                <a:chExt cx="606256" cy="2202204"/>
              </a:xfrm>
            </p:grpSpPr>
            <p:grpSp>
              <p:nvGrpSpPr>
                <p:cNvPr id="31" name="グループ化 30">
                  <a:extLst>
                    <a:ext uri="{FF2B5EF4-FFF2-40B4-BE49-F238E27FC236}">
                      <a16:creationId xmlns:a16="http://schemas.microsoft.com/office/drawing/2014/main" id="{FD0C6250-63FE-4297-F843-CAE89E4AB457}"/>
                    </a:ext>
                  </a:extLst>
                </p:cNvPr>
                <p:cNvGrpSpPr/>
                <p:nvPr/>
              </p:nvGrpSpPr>
              <p:grpSpPr>
                <a:xfrm>
                  <a:off x="5386866" y="2227044"/>
                  <a:ext cx="172926" cy="1527652"/>
                  <a:chOff x="5386866" y="2227044"/>
                  <a:chExt cx="172926" cy="1527652"/>
                </a:xfrm>
              </p:grpSpPr>
              <p:cxnSp>
                <p:nvCxnSpPr>
                  <p:cNvPr id="34" name="直線コネクタ 33">
                    <a:extLst>
                      <a:ext uri="{FF2B5EF4-FFF2-40B4-BE49-F238E27FC236}">
                        <a16:creationId xmlns:a16="http://schemas.microsoft.com/office/drawing/2014/main" id="{3B5B9B63-7403-112E-37EA-FF68B1291274}"/>
                      </a:ext>
                    </a:extLst>
                  </p:cNvPr>
                  <p:cNvCxnSpPr>
                    <a:cxnSpLocks/>
                    <a:stCxn id="36" idx="4"/>
                    <a:endCxn id="35" idx="0"/>
                  </p:cNvCxnSpPr>
                  <p:nvPr/>
                </p:nvCxnSpPr>
                <p:spPr>
                  <a:xfrm>
                    <a:off x="5473329" y="2399970"/>
                    <a:ext cx="0" cy="1181800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" name="楕円 34">
                    <a:extLst>
                      <a:ext uri="{FF2B5EF4-FFF2-40B4-BE49-F238E27FC236}">
                        <a16:creationId xmlns:a16="http://schemas.microsoft.com/office/drawing/2014/main" id="{B7F49FB9-B14C-2D91-0CFF-741241AA3B35}"/>
                      </a:ext>
                    </a:extLst>
                  </p:cNvPr>
                  <p:cNvSpPr/>
                  <p:nvPr/>
                </p:nvSpPr>
                <p:spPr>
                  <a:xfrm>
                    <a:off x="5386866" y="3581770"/>
                    <a:ext cx="172926" cy="172926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6" name="楕円 35">
                    <a:extLst>
                      <a:ext uri="{FF2B5EF4-FFF2-40B4-BE49-F238E27FC236}">
                        <a16:creationId xmlns:a16="http://schemas.microsoft.com/office/drawing/2014/main" id="{5A87278F-E5D6-0D75-1C90-60CD133793F3}"/>
                      </a:ext>
                    </a:extLst>
                  </p:cNvPr>
                  <p:cNvSpPr/>
                  <p:nvPr/>
                </p:nvSpPr>
                <p:spPr>
                  <a:xfrm>
                    <a:off x="5386866" y="2227044"/>
                    <a:ext cx="172926" cy="17292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C559C9CE-EDF9-79D0-45A7-F8A4327B0BA9}"/>
                    </a:ext>
                  </a:extLst>
                </p:cNvPr>
                <p:cNvSpPr txBox="1"/>
                <p:nvPr/>
              </p:nvSpPr>
              <p:spPr>
                <a:xfrm>
                  <a:off x="5308059" y="3692579"/>
                  <a:ext cx="359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3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DCE3547B-D59C-F370-48F6-B3EE9BF568D8}"/>
                    </a:ext>
                  </a:extLst>
                </p:cNvPr>
                <p:cNvSpPr txBox="1"/>
                <p:nvPr/>
              </p:nvSpPr>
              <p:spPr>
                <a:xfrm>
                  <a:off x="5170201" y="1859707"/>
                  <a:ext cx="6062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0.5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p:grpSp>
          <p:grpSp>
            <p:nvGrpSpPr>
              <p:cNvPr id="44" name="グループ化 43">
                <a:extLst>
                  <a:ext uri="{FF2B5EF4-FFF2-40B4-BE49-F238E27FC236}">
                    <a16:creationId xmlns:a16="http://schemas.microsoft.com/office/drawing/2014/main" id="{C5141C35-66D7-8759-9CD4-8849F4BD19A0}"/>
                  </a:ext>
                </a:extLst>
              </p:cNvPr>
              <p:cNvGrpSpPr/>
              <p:nvPr/>
            </p:nvGrpSpPr>
            <p:grpSpPr>
              <a:xfrm>
                <a:off x="7591671" y="2473416"/>
                <a:ext cx="606256" cy="1584660"/>
                <a:chOff x="5170201" y="2477251"/>
                <a:chExt cx="606256" cy="1584660"/>
              </a:xfrm>
            </p:grpSpPr>
            <p:grpSp>
              <p:nvGrpSpPr>
                <p:cNvPr id="45" name="グループ化 44">
                  <a:extLst>
                    <a:ext uri="{FF2B5EF4-FFF2-40B4-BE49-F238E27FC236}">
                      <a16:creationId xmlns:a16="http://schemas.microsoft.com/office/drawing/2014/main" id="{4D21FD3C-16F4-0420-07E4-11E5A5D265EB}"/>
                    </a:ext>
                  </a:extLst>
                </p:cNvPr>
                <p:cNvGrpSpPr/>
                <p:nvPr/>
              </p:nvGrpSpPr>
              <p:grpSpPr>
                <a:xfrm>
                  <a:off x="5386866" y="2858755"/>
                  <a:ext cx="172926" cy="895941"/>
                  <a:chOff x="5386866" y="2858755"/>
                  <a:chExt cx="172926" cy="895941"/>
                </a:xfrm>
              </p:grpSpPr>
              <p:cxnSp>
                <p:nvCxnSpPr>
                  <p:cNvPr id="48" name="直線コネクタ 47">
                    <a:extLst>
                      <a:ext uri="{FF2B5EF4-FFF2-40B4-BE49-F238E27FC236}">
                        <a16:creationId xmlns:a16="http://schemas.microsoft.com/office/drawing/2014/main" id="{8D7C9D9B-0358-3209-A237-0BFD059DBBFD}"/>
                      </a:ext>
                    </a:extLst>
                  </p:cNvPr>
                  <p:cNvCxnSpPr/>
                  <p:nvPr/>
                </p:nvCxnSpPr>
                <p:spPr>
                  <a:xfrm>
                    <a:off x="5475767" y="2945219"/>
                    <a:ext cx="0" cy="723014"/>
                  </a:xfrm>
                  <a:prstGeom prst="line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9" name="楕円 48">
                    <a:extLst>
                      <a:ext uri="{FF2B5EF4-FFF2-40B4-BE49-F238E27FC236}">
                        <a16:creationId xmlns:a16="http://schemas.microsoft.com/office/drawing/2014/main" id="{0E6C1F06-302D-D6C0-8365-17613CA42C6B}"/>
                      </a:ext>
                    </a:extLst>
                  </p:cNvPr>
                  <p:cNvSpPr/>
                  <p:nvPr/>
                </p:nvSpPr>
                <p:spPr>
                  <a:xfrm>
                    <a:off x="5386866" y="3581770"/>
                    <a:ext cx="172926" cy="172926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50" name="楕円 49">
                    <a:extLst>
                      <a:ext uri="{FF2B5EF4-FFF2-40B4-BE49-F238E27FC236}">
                        <a16:creationId xmlns:a16="http://schemas.microsoft.com/office/drawing/2014/main" id="{3B7A725C-CA0D-6EB2-130E-44CAEFFE82F8}"/>
                      </a:ext>
                    </a:extLst>
                  </p:cNvPr>
                  <p:cNvSpPr/>
                  <p:nvPr/>
                </p:nvSpPr>
                <p:spPr>
                  <a:xfrm>
                    <a:off x="5386866" y="2858755"/>
                    <a:ext cx="172926" cy="172926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814D2B95-8891-514E-1857-D6E0EA488E44}"/>
                    </a:ext>
                  </a:extLst>
                </p:cNvPr>
                <p:cNvSpPr txBox="1"/>
                <p:nvPr/>
              </p:nvSpPr>
              <p:spPr>
                <a:xfrm>
                  <a:off x="5308059" y="3692579"/>
                  <a:ext cx="359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5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DFEAC2C2-A6EE-E0CB-CBDE-BC83A6ABC6B0}"/>
                    </a:ext>
                  </a:extLst>
                </p:cNvPr>
                <p:cNvSpPr txBox="1"/>
                <p:nvPr/>
              </p:nvSpPr>
              <p:spPr>
                <a:xfrm>
                  <a:off x="5170201" y="2477251"/>
                  <a:ext cx="6062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0.3</a:t>
                  </a:r>
                  <a:endParaRPr kumimoji="1" lang="ja-JP" altLang="en-US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15081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9C0DD-EA13-4DFB-A6B9-0DE72911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895FA8-0113-78D2-87B4-F834290CF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連続確率分布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BD79CA6-F10C-B8BC-1B03-AA59D7880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4E1D21-A962-F0B2-83BD-487B6A359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b="1" dirty="0">
                <a:solidFill>
                  <a:schemeClr val="accent5"/>
                </a:solidFill>
              </a:rPr>
              <a:t>連続確率分布</a:t>
            </a:r>
            <a:r>
              <a:rPr lang="ja-JP" altLang="en-US" dirty="0"/>
              <a:t>　</a:t>
            </a:r>
            <a:r>
              <a:rPr lang="en-US" altLang="ja-JP" dirty="0">
                <a:solidFill>
                  <a:schemeClr val="accent2"/>
                </a:solidFill>
              </a:rPr>
              <a:t>continuous probability distribution</a:t>
            </a:r>
          </a:p>
          <a:p>
            <a:pPr lvl="1"/>
            <a:r>
              <a:rPr lang="ja-JP" altLang="en-US" dirty="0"/>
              <a:t>累積確率分布関数が連続な確率分布</a:t>
            </a:r>
            <a:endParaRPr lang="en-US" altLang="ja-JP" dirty="0"/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確率変数が連続変数</a:t>
            </a:r>
            <a:r>
              <a:rPr lang="ja-JP" altLang="en-US" dirty="0"/>
              <a:t>である場合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連続変数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連続的で，</a:t>
            </a:r>
            <a:br>
              <a:rPr kumimoji="1" lang="en-US" altLang="ja-JP" dirty="0"/>
            </a:br>
            <a:r>
              <a:rPr kumimoji="1" lang="ja-JP" altLang="en-US" dirty="0"/>
              <a:t>無限に中間の値が存在する変数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重さ，温度，距離，など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C3C2569-9907-54D0-C8C4-2009EB528F1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9C68BB6-B94A-FE81-75F0-67DE1E781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688" y="2152334"/>
            <a:ext cx="3823336" cy="229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76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84388-0A7B-B766-92A3-AD5CE529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E2BE8A5-5FF8-F89E-4FE2-2D8BFBC03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４：</a:t>
            </a:r>
            <a:r>
              <a:rPr lang="ja-JP" altLang="en-US" dirty="0"/>
              <a:t>離散確率分布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54A92F3-BEFE-3151-A1AD-B371138D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6061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9CE7E-2364-819F-D9B6-6C58475A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D2A833-BD82-6571-D990-597AA1597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離散確率分布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3BE2AF6-5911-A0A5-F11B-6A118A53D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CC560C5-83D4-7DCA-3512-6697EEB13A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ja-JP" altLang="en-US" b="1" dirty="0">
                    <a:solidFill>
                      <a:schemeClr val="accent5"/>
                    </a:solidFill>
                  </a:rPr>
                  <a:t>離散確率分布</a:t>
                </a:r>
                <a:r>
                  <a:rPr lang="ja-JP" altLang="en-US" dirty="0"/>
                  <a:t>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discrete probability distribution</a:t>
                </a: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確率変数が離散変数</a:t>
                </a:r>
                <a:r>
                  <a:rPr lang="ja-JP" altLang="en-US" dirty="0"/>
                  <a:t>である場合</a:t>
                </a:r>
              </a:p>
              <a:p>
                <a:endParaRPr kumimoji="1" lang="en-US" altLang="ja-JP" dirty="0"/>
              </a:p>
              <a:p>
                <a:r>
                  <a:rPr kumimoji="1" lang="ja-JP" altLang="en-US" dirty="0"/>
                  <a:t>二項分布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binomial distribution</a:t>
                </a:r>
              </a:p>
              <a:p>
                <a:pPr lvl="1"/>
                <a:r>
                  <a:rPr lang="ja-JP" altLang="en-US" dirty="0"/>
                  <a:t>成功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で，成功か失敗のいずれかの結果となる試行を，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独立に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回</a:t>
                </a:r>
                <a:r>
                  <a:rPr kumimoji="1" lang="ja-JP" altLang="en-US" dirty="0"/>
                  <a:t>行った時の，成功回数を確率変数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とする確率分布</a:t>
                </a:r>
                <a:endParaRPr kumimoji="1" lang="en-US" altLang="ja-JP" dirty="0"/>
              </a:p>
              <a:p>
                <a:r>
                  <a:rPr lang="ja-JP" altLang="en-US" dirty="0"/>
                  <a:t>ベルヌーイ分布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Bernoulli distribution</a:t>
                </a:r>
                <a:endParaRPr kumimoji="1" lang="en-US" altLang="ja-JP" dirty="0">
                  <a:solidFill>
                    <a:schemeClr val="accent2"/>
                  </a:solidFill>
                </a:endParaRPr>
              </a:p>
              <a:p>
                <a:pPr lvl="1"/>
                <a:r>
                  <a:rPr kumimoji="1" lang="ja-JP" altLang="en-US" dirty="0"/>
                  <a:t>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で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ja-JP" altLang="en-US" dirty="0"/>
                  <a:t>で</a:t>
                </a:r>
                <a:r>
                  <a:rPr kumimoji="1" lang="en-US" altLang="ja-JP" dirty="0"/>
                  <a:t>0</a:t>
                </a:r>
                <a:r>
                  <a:rPr kumimoji="1" lang="ja-JP" altLang="en-US" dirty="0"/>
                  <a:t>をとる確率分布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二項分布の特殊型（試行回数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ja-JP" altLang="en-US" dirty="0"/>
                  <a:t>のみ）</a:t>
                </a:r>
                <a:endParaRPr lang="en-US" altLang="ja-JP" dirty="0"/>
              </a:p>
              <a:p>
                <a:r>
                  <a:rPr kumimoji="1" lang="ja-JP" altLang="en-US" dirty="0"/>
                  <a:t>ポアソン分布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Poisson distribution</a:t>
                </a:r>
              </a:p>
              <a:p>
                <a:pPr lvl="1"/>
                <a:r>
                  <a:rPr kumimoji="1" lang="ja-JP" altLang="en-US" dirty="0"/>
                  <a:t>ある事象が一定の時間内に発生する回数を表す確率分布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二項分布のうち，起こる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が限りなく小さい</a:t>
                </a:r>
                <a:r>
                  <a:rPr kumimoji="1" lang="ja-JP" altLang="en-US" dirty="0"/>
                  <a:t>とき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CC560C5-83D4-7DCA-3512-6697EEB13A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15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120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AF6182-AA5F-26C3-15E4-73E9C47C7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(Advanced) </a:t>
            </a:r>
            <a:r>
              <a:rPr lang="ja-JP" altLang="en-US" dirty="0"/>
              <a:t>二項分布の特徴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6CB85EB-4C39-0C42-1D6F-5EE3B856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F698851E-53B8-B274-5E6F-703DB8DADF7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18844990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二項分布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成功確率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𝜋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で，成功か失敗のいずれかの結果となる試行を，</a:t>
                          </a:r>
                          <a:b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独立に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𝑛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回行った時の，成功回数を確率変数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𝑋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とする確率分布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：試行回数</a:t>
                          </a:r>
                          <a:r>
                            <a:rPr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（実数）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：成功確率</a:t>
                          </a:r>
                          <a:r>
                            <a:rPr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（実数）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kumimoji="1" lang="en-US" altLang="ja-JP" b="0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US" altLang="ja-JP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nary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F698851E-53B8-B274-5E6F-703DB8DADF7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18844990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14400">
                    <a:tc grid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" t="-2667" r="-274" b="-49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4054" r="-359" b="-4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4054" r="-359" b="-3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306122" r="-359" b="-2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03378" r="-359" b="-1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503378" r="-359" b="-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4708286-2687-0A7F-6662-DB4436675770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4708286-2687-0A7F-6662-DB4436675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7723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8B7AE-D4D1-9880-C836-0F8686575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E67388-47ED-5931-45BC-2A22AE558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(Advanced) </a:t>
            </a:r>
            <a:r>
              <a:rPr lang="ja-JP" altLang="en-US" dirty="0"/>
              <a:t>ベルヌーイ分布の特徴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939DD8D-2D0E-EAE9-1A2F-C736349C8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611D5CA2-7C75-84EC-B7BF-CB18D79FE4A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36039843"/>
                  </p:ext>
                </p:extLst>
              </p:nvPr>
            </p:nvGraphicFramePr>
            <p:xfrm>
              <a:off x="131763" y="933450"/>
              <a:ext cx="8880474" cy="54671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ベルヌーイ分布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確率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で</a:t>
                          </a:r>
                          <a:r>
                            <a:rPr kumimoji="1" lang="en-US" altLang="ja-JP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で</a:t>
                          </a:r>
                          <a:r>
                            <a:rPr kumimoji="1" lang="en-US" altLang="ja-JP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0</a:t>
                          </a:r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をとる確率分布</a:t>
                          </a:r>
                          <a:endParaRPr kumimoji="1" lang="en-US" altLang="ja-JP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0&lt;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&lt;1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：成功確率</a:t>
                          </a:r>
                          <a:r>
                            <a:rPr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（実数）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kumimoji="1" lang="en-US" altLang="ja-JP" b="0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,         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e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&amp;1−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, 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=0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0,  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&lt;0</m:t>
                                        </m:r>
                                      </m:e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, 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0≤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&lt;1</m:t>
                                        </m:r>
                                      </m:e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1,  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𝑓𝑜𝑟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≥1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611D5CA2-7C75-84EC-B7BF-CB18D79FE4A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36039843"/>
                  </p:ext>
                </p:extLst>
              </p:nvPr>
            </p:nvGraphicFramePr>
            <p:xfrm>
              <a:off x="131763" y="933450"/>
              <a:ext cx="8880474" cy="54671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" t="-676" r="-274" b="-50810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1361" r="-359" b="-4115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0000" r="-359" b="-3087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67169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79245" r="-359" b="-187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10204" r="-359" b="-1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506757" r="-359" b="-2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20ECCC2-B948-31D5-5AD5-C233A5288703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20ECCC2-B948-31D5-5AD5-C233A5288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9960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05874-70A7-5CBC-46ED-2B2842FCD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4178A6-F263-4F0E-C216-DA2ED12CB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(Advanced) </a:t>
            </a:r>
            <a:r>
              <a:rPr lang="ja-JP" altLang="en-US" dirty="0"/>
              <a:t>ポアソン分布の特徴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F2B3F43-845C-0252-919E-ACCDCAC7E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EBDC388D-E6F3-86AD-9593-6211F3C35BA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63598576"/>
                  </p:ext>
                </p:extLst>
              </p:nvPr>
            </p:nvGraphicFramePr>
            <p:xfrm>
              <a:off x="131763" y="933450"/>
              <a:ext cx="8880474" cy="540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ポアソン分布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ある事象が一定の時間内に発生する回数を表す確率分布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：母平均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kumimoji="1" lang="en-US" altLang="ja-JP" b="0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ja-JP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ja-JP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sup>
                                </m:sSup>
                                <m:nary>
                                  <m:naryPr>
                                    <m:chr m:val="∑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US" altLang="ja-JP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sup>
                                  <m:e>
                                    <m:f>
                                      <m:f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!</m:t>
                                        </m:r>
                                      </m:den>
                                    </m:f>
                                  </m:e>
                                </m:nary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oMath>
                            </m:oMathPara>
                          </a14:m>
                          <a:endParaRPr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EBDC388D-E6F3-86AD-9593-6211F3C35BA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63598576"/>
                  </p:ext>
                </p:extLst>
              </p:nvPr>
            </p:nvGraphicFramePr>
            <p:xfrm>
              <a:off x="131763" y="933450"/>
              <a:ext cx="8880474" cy="540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ポアソン分布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ある事象が一定の時間内に発生する回数を表す確率分布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87" t="-101361" r="-359" b="-4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87" t="-200000" r="-359" b="-3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87" t="-300000" r="-359" b="-2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87" t="-402721" r="-359" b="-1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87" t="-499324" r="-359" b="-2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05DF17A-D54C-085E-CB29-9AC4703B4F5F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05DF17A-D54C-085E-CB29-9AC4703B4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4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8871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423EB-8AE7-89CB-C123-2DFEC88E2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7D272C-E715-18A6-3A94-A8E3599CF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離散確率分布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1088F7A-6F20-23ED-62B8-A87A4B4A0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C588787-4DB1-9E6F-0D54-8CA5547D8A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ja-JP" altLang="en-US" b="1" dirty="0">
                    <a:solidFill>
                      <a:schemeClr val="accent5"/>
                    </a:solidFill>
                  </a:rPr>
                  <a:t>離散確率分布</a:t>
                </a:r>
                <a:r>
                  <a:rPr lang="ja-JP" altLang="en-US" dirty="0"/>
                  <a:t>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discrete probability distribution</a:t>
                </a: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確率変数が離散変数</a:t>
                </a:r>
                <a:r>
                  <a:rPr lang="ja-JP" altLang="en-US" dirty="0"/>
                  <a:t>である場合</a:t>
                </a:r>
              </a:p>
              <a:p>
                <a:endParaRPr kumimoji="1" lang="en-US" altLang="ja-JP" dirty="0"/>
              </a:p>
              <a:p>
                <a:r>
                  <a:rPr kumimoji="1" lang="ja-JP" altLang="en-US" dirty="0"/>
                  <a:t>幾何分布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geometric distribution</a:t>
                </a:r>
              </a:p>
              <a:p>
                <a:pPr lvl="1"/>
                <a:r>
                  <a:rPr lang="ja-JP" altLang="en-US" dirty="0"/>
                  <a:t>ベルヌーイ試行を繰り返して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①初めて成功させるまでの試行回数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の分布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={1, 2, …}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②初めて成功するまでに失敗した試行回数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kumimoji="1" lang="ja-JP" altLang="en-US" dirty="0"/>
                  <a:t>の分布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={0,1,2,…}</m:t>
                    </m:r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負の二項分布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negative binomial distribution</a:t>
                </a:r>
                <a:endParaRPr kumimoji="1" lang="en-US" altLang="ja-JP" dirty="0">
                  <a:solidFill>
                    <a:schemeClr val="accent2"/>
                  </a:solidFill>
                </a:endParaRPr>
              </a:p>
              <a:p>
                <a:pPr lvl="1"/>
                <a:r>
                  <a:rPr lang="ja-JP" altLang="en-US" dirty="0"/>
                  <a:t>成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功確率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で，成</a:t>
                </a:r>
                <a:r>
                  <a:rPr lang="ja-JP" altLang="en-US" dirty="0"/>
                  <a:t>功か失敗のいずれかの結果となる試行を，</a:t>
                </a:r>
                <a:br>
                  <a:rPr lang="en-US" altLang="ja-JP" dirty="0"/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ja-JP" altLang="en-US" dirty="0"/>
                  <a:t>回の成功が起こるまで続けた場合の，失敗回数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の分布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二項分布：コインを</a:t>
                </a:r>
                <a:r>
                  <a:rPr kumimoji="1" lang="en-US" altLang="ja-JP" dirty="0"/>
                  <a:t>5</a:t>
                </a:r>
                <a:r>
                  <a:rPr kumimoji="1" lang="ja-JP" altLang="en-US" dirty="0"/>
                  <a:t>回</a:t>
                </a:r>
                <a:r>
                  <a:rPr kumimoji="1" lang="ja-JP" altLang="en-US" sz="1900" dirty="0"/>
                  <a:t>（</a:t>
                </a:r>
                <a14:m>
                  <m:oMath xmlns:m="http://schemas.openxmlformats.org/officeDocument/2006/math">
                    <m:r>
                      <a:rPr kumimoji="1" lang="en-US" altLang="ja-JP" sz="19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sz="1900" dirty="0"/>
                  <a:t>）</a:t>
                </a:r>
                <a:r>
                  <a:rPr kumimoji="1" lang="ja-JP" altLang="en-US" dirty="0"/>
                  <a:t>を投げたときに，表が出る回数</a:t>
                </a:r>
                <a:r>
                  <a:rPr kumimoji="1" lang="ja-JP" altLang="en-US" sz="1900" dirty="0"/>
                  <a:t>（</a:t>
                </a:r>
                <a14:m>
                  <m:oMath xmlns:m="http://schemas.openxmlformats.org/officeDocument/2006/math">
                    <m:r>
                      <a:rPr kumimoji="1" lang="en-US" altLang="ja-JP" sz="19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sz="1900" dirty="0"/>
                  <a:t>）</a:t>
                </a:r>
                <a:endParaRPr kumimoji="1" lang="en-US" altLang="ja-JP" sz="1900" dirty="0"/>
              </a:p>
              <a:p>
                <a:pPr lvl="1"/>
                <a:r>
                  <a:rPr lang="ja-JP" altLang="en-US" dirty="0"/>
                  <a:t>負の二項分布：</a:t>
                </a:r>
                <a:r>
                  <a:rPr lang="en-US" altLang="ja-JP" dirty="0"/>
                  <a:t>5</a:t>
                </a:r>
                <a:r>
                  <a:rPr lang="ja-JP" altLang="en-US" dirty="0"/>
                  <a:t>回</a:t>
                </a:r>
                <a:r>
                  <a:rPr lang="ja-JP" altLang="en-US" sz="1900" dirty="0"/>
                  <a:t>（</a:t>
                </a:r>
                <a14:m>
                  <m:oMath xmlns:m="http://schemas.openxmlformats.org/officeDocument/2006/math">
                    <m:r>
                      <a:rPr lang="en-US" altLang="ja-JP" sz="19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ja-JP" altLang="en-US" sz="1900" dirty="0"/>
                  <a:t>）</a:t>
                </a:r>
                <a:r>
                  <a:rPr lang="ja-JP" altLang="en-US" dirty="0"/>
                  <a:t>表が出るまでコインを投げ続けたときに，</a:t>
                </a:r>
                <a:br>
                  <a:rPr lang="en-US" altLang="ja-JP" dirty="0"/>
                </a:br>
                <a:r>
                  <a:rPr lang="ja-JP" altLang="en-US" dirty="0"/>
                  <a:t>裏が出る回数</a:t>
                </a:r>
                <a:r>
                  <a:rPr lang="ja-JP" altLang="en-US" sz="1900" dirty="0"/>
                  <a:t>（</a:t>
                </a:r>
                <a14:m>
                  <m:oMath xmlns:m="http://schemas.openxmlformats.org/officeDocument/2006/math">
                    <m:r>
                      <a:rPr lang="en-US" altLang="ja-JP" sz="19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1900" dirty="0"/>
                  <a:t>）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C588787-4DB1-9E6F-0D54-8CA5547D8A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15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1326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EBF1C-6EDE-B9B3-0194-5DFD591E1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ECA1C75-C7F8-721C-0956-B46813900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927B9608-CC7B-D4D5-2173-D70146DAAF6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16824504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幾何分布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ベルヌーイ試行を繰り返して</a:t>
                          </a:r>
                          <a:endParaRPr lang="en-US" altLang="ja-JP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①初めて成功させるまでの試行回数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の分布　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={1, 2, …}</m:t>
                              </m:r>
                            </m:oMath>
                          </a14:m>
                          <a:endParaRPr kumimoji="1" lang="en-US" altLang="ja-JP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0&lt;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&lt;1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：成功確率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kumimoji="1" lang="en-US" altLang="ja-JP" b="0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=1−</m:t>
                                </m:r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927B9608-CC7B-D4D5-2173-D70146DAAF6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16824504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14400">
                    <a:tc grid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" t="-2667" r="-274" b="-49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4054" r="-359" b="-4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4054" r="-359" b="-3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306122" r="-359" b="-2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03378" r="-359" b="-1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503378" r="-359" b="-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DD253E7-56E3-533F-13BD-46A34DFD518F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DD253E7-56E3-533F-13BD-46A34DFD5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タイトル 1">
            <a:extLst>
              <a:ext uri="{FF2B5EF4-FFF2-40B4-BE49-F238E27FC236}">
                <a16:creationId xmlns:a16="http://schemas.microsoft.com/office/drawing/2014/main" id="{AB1E832B-DCB2-0779-6058-5D9334886CC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kumimoji="1" sz="3200" b="0" kern="1200" cap="all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en-US" altLang="ja-JP"/>
              <a:t>(Advanced) </a:t>
            </a:r>
            <a:r>
              <a:rPr lang="ja-JP" altLang="en-US"/>
              <a:t>幾何分布の特徴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81842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FD6D5-A15C-2EC3-CBC8-AF328201E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53283B-EC50-9AA9-477B-BB3A3C211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(Advanced) </a:t>
            </a:r>
            <a:r>
              <a:rPr lang="ja-JP" altLang="en-US" dirty="0"/>
              <a:t>負の二項分布の特徴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6697918-E714-E515-92B1-E995170C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36FC7A2F-0143-AB3F-B48C-92E490EB8D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04106195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負の二項分布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ベルヌーイ試行を繰り返して成功確率</a:t>
                          </a: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𝜋</m:t>
                              </m:r>
                            </m:oMath>
                          </a14:m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で，成功か失敗のいずれかの結果となる試行を，</a:t>
                          </a:r>
                          <a:b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𝑟</m:t>
                              </m:r>
                            </m:oMath>
                          </a14:m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回の成功が起こるまで続けた場合の，失敗回数</a:t>
                          </a: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𝑋</m:t>
                              </m:r>
                            </m:oMath>
                          </a14:m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の分布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：試行をやめるまでの成功回数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𝜋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：成功確率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kumimoji="1"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kumimoji="1" lang="en-US" altLang="ja-JP" b="0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  <m:e>
                                    <m:sSub>
                                      <m:sSub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36FC7A2F-0143-AB3F-B48C-92E490EB8D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04106195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14400">
                    <a:tc grid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" t="-2667" r="-274" b="-49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4054" r="-359" b="-4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4054" r="-359" b="-3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306122" r="-359" b="-2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03378" r="-359" b="-1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503378" r="-359" b="-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907D6B9-F973-C58D-8E99-BB951FE98E7B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907D6B9-F973-C58D-8E99-BB951FE98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656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節　確率分布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確率変数について理解する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確率変数：観測値に確率が対応している変数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ja-JP" altLang="en-US" dirty="0"/>
                  <a:t>の場合もある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期待値について理解する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期待値：確率変数と確率の積和</a:t>
                </a:r>
                <a:endParaRPr lang="en-US" altLang="ja-JP" dirty="0"/>
              </a:p>
              <a:p>
                <a:pPr lvl="1"/>
                <a:endParaRPr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1684</TotalTime>
  <Words>1544</Words>
  <Application>Microsoft Office PowerPoint</Application>
  <PresentationFormat>画面に合わせる (4:3)</PresentationFormat>
  <Paragraphs>248</Paragraphs>
  <Slides>21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30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確率分布：離散確率分布(前半)</vt:lpstr>
      <vt:lpstr>今日の目標</vt:lpstr>
      <vt:lpstr>PowerPoint プレゼンテーション</vt:lpstr>
      <vt:lpstr>確率変数</vt:lpstr>
      <vt:lpstr>PowerPoint プレゼンテーション</vt:lpstr>
      <vt:lpstr>期待値</vt:lpstr>
      <vt:lpstr>[AL] 考えてみよう</vt:lpstr>
      <vt:lpstr>(Advanced) 積分の計算練習</vt:lpstr>
      <vt:lpstr>PowerPoint プレゼンテーション</vt:lpstr>
      <vt:lpstr>確率分布</vt:lpstr>
      <vt:lpstr>離散確率分布</vt:lpstr>
      <vt:lpstr>連続確率分布</vt:lpstr>
      <vt:lpstr>PowerPoint プレゼンテーション</vt:lpstr>
      <vt:lpstr>離散確率分布</vt:lpstr>
      <vt:lpstr>(Advanced) 二項分布の特徴</vt:lpstr>
      <vt:lpstr>(Advanced) ベルヌーイ分布の特徴</vt:lpstr>
      <vt:lpstr>(Advanced) ポアソン分布の特徴</vt:lpstr>
      <vt:lpstr>離散確率分布</vt:lpstr>
      <vt:lpstr>PowerPoint プレゼンテーション</vt:lpstr>
      <vt:lpstr>(Advanced) 負の二項分布の特徴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須永大介</cp:lastModifiedBy>
  <cp:revision>128</cp:revision>
  <dcterms:created xsi:type="dcterms:W3CDTF">2025-03-03T09:28:12Z</dcterms:created>
  <dcterms:modified xsi:type="dcterms:W3CDTF">2026-08-31T07:11:24Z</dcterms:modified>
</cp:coreProperties>
</file>