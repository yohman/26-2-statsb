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7"/>
  </p:notesMasterIdLst>
  <p:sldIdLst>
    <p:sldId id="256" r:id="rId2"/>
    <p:sldId id="630" r:id="rId3"/>
    <p:sldId id="258" r:id="rId4"/>
    <p:sldId id="601" r:id="rId5"/>
    <p:sldId id="615" r:id="rId6"/>
    <p:sldId id="617" r:id="rId7"/>
    <p:sldId id="631" r:id="rId8"/>
    <p:sldId id="632" r:id="rId9"/>
    <p:sldId id="633" r:id="rId10"/>
    <p:sldId id="634" r:id="rId11"/>
    <p:sldId id="635" r:id="rId12"/>
    <p:sldId id="636" r:id="rId13"/>
    <p:sldId id="637" r:id="rId14"/>
    <p:sldId id="638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#08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確率分布：連続確率分布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5567-27FB-587B-F946-F1DD9DEA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F4DBF-7B71-E846-C4BF-673B9327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35BA997-FC49-2BC2-E577-D26F9F2CF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積分の概念を学ぶ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積分：①横軸と②横軸上の点，③グラフで囲まれた部分の面積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標準正規分布とその特徴について理解する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中心極限定理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自由度が大きくなると，標準正規分布に近似する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カイ二乗分布とその特徴について理解する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左右非対称，自由度が大きくなると左右対称に近づく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確率分布の期待値と分散について学ぶ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/>
                  <a:t>=</a:t>
                </a:r>
                <a:r>
                  <a:rPr lang="ja-JP" altLang="en-US" dirty="0"/>
                  <a:t>取りうる値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と確率の積和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分散＝母平均からの偏差の二乗と確率の積和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95FCA9-12F4-DF08-132F-B3778BF4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6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５：連続確率分布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FFFD6-C427-1046-E779-160CA628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88157A-33A8-22D2-90E5-BF40C4F0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一度計算してしまえば，母平均や母分散が変わっても再計算の必要がない</a:t>
                </a:r>
                <a:endParaRPr lang="en-US" altLang="ja-JP" dirty="0"/>
              </a:p>
              <a:p>
                <a:pPr lvl="2"/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標準化した確率変数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標準化した確率変数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は，標準正規分布に従う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2316" b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076210-8BC0-A219-8336-BDEA233BC25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7002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C77-A569-994C-68E1-8AFD666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DE42A-C665-8E3B-A638-8A4751C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BAA2B-945B-837C-C23B-255381D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標準正規分布に従う確率変数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が既知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が未知の場合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の代わりに，標本不偏分散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を使って標準化する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</m:t>
                                  </m:r>
                                  <m:r>
                                    <a:rPr lang="ja-JP" altLang="en-US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不偏分散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は標準正規分布ではなく，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分布に従う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AFFB51-1BB7-A388-0C18-F44A761F12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61002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62887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94930-B18F-2567-7795-202587D7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9E6E19-F0B6-A836-D238-B037A5F1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E56D3A-BBCE-2421-61A9-1746A84567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千葉県の</a:t>
                </a:r>
                <a:r>
                  <a:rPr kumimoji="1" lang="en-US" altLang="ja-JP" dirty="0"/>
                  <a:t>2024</a:t>
                </a:r>
                <a:r>
                  <a:rPr kumimoji="1" lang="ja-JP" altLang="en-US" dirty="0"/>
                  <a:t>年の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月別月平均気温</a:t>
                </a:r>
                <a:r>
                  <a:rPr kumimoji="1" lang="ja-JP" altLang="en-US" sz="2000" dirty="0"/>
                  <a:t>（平均気温）</a:t>
                </a:r>
                <a:r>
                  <a:rPr kumimoji="1" lang="ja-JP" altLang="en-US" dirty="0"/>
                  <a:t>の標本不偏分散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kumimoji="1" lang="ja-JP" altLang="en-US" dirty="0"/>
                  <a:t>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標本平均を求める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手順②　標本平均からの偏差を求める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偏差二乗を求める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手順④　偏差二乗和を求める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手順⑤　標本不偏分散を求める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E56D3A-BBCE-2421-61A9-1746A8456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r="-8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5747CC85-14F3-4522-8D89-485A4819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827" y="2038377"/>
            <a:ext cx="3102197" cy="468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9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1176-76B9-C2B6-7F9A-97E8C2F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AC31E-E029-D7AA-49FB-CC4538F2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FB83F4-A928-00DA-FFE4-E4FA647B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2394FDF-7AEB-F375-F151-24F5AA607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/>
                  <a:t>手順①　標本平均を求める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×216.4=18.033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手順②　標本平均からの偏差を求める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=7.9−18.033=−10.133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手順③　偏差二乗を求める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−10.133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=102.6844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手順④　偏差二乗和を求める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=716.8267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手順⑤　標本不偏分散を求める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12−1</m:t>
                        </m:r>
                      </m:den>
                    </m:f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×716.8267=65.16606</m:t>
                    </m:r>
                  </m:oMath>
                </a14:m>
                <a:endParaRPr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2394FDF-7AEB-F375-F151-24F5AA607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526" b="-7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9D4447-D1D8-FBB9-95DE-9860EC86B6F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934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3E10-0F35-727F-974A-0FFA118D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C94FB-562D-71E1-EDE2-04F23314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43190C-5C76-E83A-270E-478D2219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55A9047-2387-C87A-F96F-FD6F00857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標本分散も計算して比べてみよう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en-US" altLang="ja-JP" dirty="0">
                    <a:solidFill>
                      <a:schemeClr val="tx2"/>
                    </a:solidFill>
                  </a:rPr>
                  <a:t>Excel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関数で計算してみよう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kumimoji="1" lang="en-US" altLang="ja-JP" dirty="0" err="1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var.s</a:t>
                </a:r>
                <a:r>
                  <a:rPr kumimoji="1"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()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var.p</a:t>
                </a:r>
                <a:r>
                  <a:rPr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()</a:t>
                </a:r>
                <a:endParaRPr kumimoji="1" lang="en-US" altLang="ja-JP" dirty="0">
                  <a:solidFill>
                    <a:schemeClr val="tx2"/>
                  </a:solidFill>
                  <a:latin typeface="Ricty Diminished Discord" panose="020B0509020203020207" pitchFamily="49" charset="-128"/>
                  <a:ea typeface="Ricty Diminished Discord" panose="020B0509020203020207" pitchFamily="49" charset="-128"/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55A9047-2387-C87A-F96F-FD6F00857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083E00-C2A4-5A1A-DEDF-F4D36F37177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22633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86F0A-5EB2-D9FF-E00A-6A7A219B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②標本不偏分散を計算してみよう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E7EF34-C0CC-B491-C400-0DCE741F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FEDF87-851D-C283-CE35-6DF5CFE2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千葉県の</a:t>
            </a:r>
            <a:r>
              <a:rPr kumimoji="1" lang="en-US" altLang="ja-JP" dirty="0"/>
              <a:t>1975</a:t>
            </a:r>
            <a:r>
              <a:rPr kumimoji="1" lang="ja-JP" altLang="en-US" dirty="0"/>
              <a:t>年の月別月平均気温の</a:t>
            </a:r>
            <a:br>
              <a:rPr kumimoji="1" lang="en-US" altLang="ja-JP" dirty="0"/>
            </a:br>
            <a:r>
              <a:rPr kumimoji="1" lang="ja-JP" altLang="en-US" dirty="0"/>
              <a:t>標本平均，標本分散から，標本不偏分散を求めよ．</a:t>
            </a:r>
          </a:p>
          <a:p>
            <a:r>
              <a:rPr kumimoji="1" lang="ja-JP" altLang="en-US" dirty="0"/>
              <a:t>標本平均は</a:t>
            </a:r>
            <a:r>
              <a:rPr kumimoji="1" lang="en-US" altLang="ja-JP" dirty="0"/>
              <a:t>14.96</a:t>
            </a:r>
            <a:r>
              <a:rPr kumimoji="1" lang="ja-JP" altLang="en-US" dirty="0"/>
              <a:t>，標本分散は</a:t>
            </a:r>
            <a:r>
              <a:rPr kumimoji="1" lang="en-US" altLang="ja-JP" dirty="0"/>
              <a:t>60.50</a:t>
            </a:r>
            <a:r>
              <a:rPr kumimoji="1" lang="ja-JP" altLang="en-US" dirty="0"/>
              <a:t>である．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557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ABA-C40B-049F-9539-B9CD04BF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20B59F-8559-C144-587A-58B50082D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②標本不偏分散を計算してみよう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68C8722-C474-BD7F-D43A-2341B0D8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A7857A-7583-1C96-D816-7CCFEE096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千葉県の</a:t>
                </a:r>
                <a:r>
                  <a:rPr kumimoji="1" lang="en-US" altLang="ja-JP" dirty="0"/>
                  <a:t>1975</a:t>
                </a:r>
                <a:r>
                  <a:rPr kumimoji="1" lang="ja-JP" altLang="en-US" dirty="0"/>
                  <a:t>年の月別月平均気温の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標本平均，標本分散から，標本不偏分散を求めよ．</a:t>
                </a:r>
              </a:p>
              <a:p>
                <a:r>
                  <a:rPr kumimoji="1" lang="ja-JP" altLang="en-US" dirty="0"/>
                  <a:t>標本平均は</a:t>
                </a:r>
                <a:r>
                  <a:rPr kumimoji="1" lang="en-US" altLang="ja-JP" dirty="0"/>
                  <a:t>14.96</a:t>
                </a:r>
                <a:r>
                  <a:rPr kumimoji="1" lang="ja-JP" altLang="en-US" dirty="0"/>
                  <a:t>，標本分散は</a:t>
                </a:r>
                <a:r>
                  <a:rPr kumimoji="1" lang="en-US" altLang="ja-JP" dirty="0"/>
                  <a:t>60.50</a:t>
                </a:r>
                <a:r>
                  <a:rPr kumimoji="1" lang="ja-JP" altLang="en-US" dirty="0"/>
                  <a:t>である．</a:t>
                </a:r>
              </a:p>
              <a:p>
                <a:pPr lvl="1"/>
                <a:r>
                  <a:rPr lang="ja-JP" altLang="en-US" dirty="0"/>
                  <a:t>標本不偏分散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手順①　問題文から分かっている変数をまとめる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手順②　標本平均からの偏差二乗和を求める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標本分散：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=60.5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標本不偏分散：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=60.5×12=726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偏差二乗和を自由度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標本不偏分散：　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kumimoji="1"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×726=66</m:t>
                    </m:r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A7857A-7583-1C96-D816-7CCFEE096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5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B8E533-9CA6-FED2-CC87-9ED7A5AE35A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79568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8074B-4E17-E48E-4132-57D2F5C5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A440ECB-BEDC-0C6B-F904-13EA5D56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240EA50-53AA-5ABF-2402-DE7208763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03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⑤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96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⑥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⑦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−0.25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⑧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−0.05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240EA50-53AA-5ABF-2402-DE7208763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51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B456-F205-CB90-54B0-69C5506F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F918DC-5275-EE73-0AE0-D162282C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DD7035-31D5-BDCE-6022-B6FCA200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8BDC6A-1C83-2181-7E25-C41EB3EAF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=0.40129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=0.15866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03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=0.48803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=0.02222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上側確率の場合は，標準正規分布表から数値を読むだけ！</a:t>
                </a:r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8BDC6A-1C83-2181-7E25-C41EB3EAF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A7F5946-2F5E-27D3-0279-5FA3D883D7B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18813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262A-639A-4BD6-9494-0DDFE874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FFB94-E86C-632F-8FB6-74C4A482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5C18E02-4B85-8F32-B0E2-362A6391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2EAAC30-3429-AC3F-791F-1629E9869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96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=0.99846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≤2.96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≥2.96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下側確率の場合は，</a:t>
                </a:r>
                <a:br>
                  <a:rPr lang="en-US" altLang="ja-JP" dirty="0"/>
                </a:br>
                <a:r>
                  <a:rPr lang="ja-JP" altLang="en-US" dirty="0"/>
                  <a:t>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から上側確率を引く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⑥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=0.59871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≥−0.25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マイナスの値の上側確率の場合は，</a:t>
                </a:r>
                <a:br>
                  <a:rPr lang="en-US" altLang="ja-JP" dirty="0"/>
                </a:br>
                <a:r>
                  <a:rPr lang="ja-JP" altLang="en-US" dirty="0"/>
                  <a:t>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から引く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⑦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−0.25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=0.19741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⑧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−0.05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=0.50335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いずれも，両端を全体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から引く</a:t>
                </a:r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2EAAC30-3429-AC3F-791F-1629E9869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1F08FA-CCC2-0EC9-03F9-A401B16F117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04618FA-AC56-E208-CE9F-06053175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59" y="825009"/>
            <a:ext cx="2796363" cy="16787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92EB967-E6BB-2F5C-43F3-6825042DF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59" y="2503759"/>
            <a:ext cx="2796363" cy="16787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4CC8B06-7B75-EB51-C9BB-828DCA0F9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59" y="4258363"/>
            <a:ext cx="2030257" cy="121883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136FED9-45F1-868F-5A74-4130B1CEC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659" y="5553048"/>
            <a:ext cx="2030258" cy="12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5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積分の概念を学ぶ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積分：①横軸と②横軸上の点，③グラフで囲まれた部分の面積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標準正規分布とその特徴について理解する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中心極限定理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自由度が大きくなると，標準正規分布に近似する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カイ二乗分布とその特徴について理解する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左右非対称，自由度が大きくなると左右対称に近づく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確率分布の期待値と分散について学ぶ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/>
                  <a:t>=</a:t>
                </a:r>
                <a:r>
                  <a:rPr lang="ja-JP" altLang="en-US" dirty="0"/>
                  <a:t>取りうる値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と確率の積和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分散＝母平均からの偏差の二乗と確率の積和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1988</TotalTime>
  <Words>1629</Words>
  <Application>Microsoft Office PowerPoint</Application>
  <PresentationFormat>画面に合わせる (4:3)</PresentationFormat>
  <Paragraphs>147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4" baseType="lpstr">
      <vt:lpstr>HG丸ｺﾞｼｯｸM-PRO</vt:lpstr>
      <vt:lpstr>Meiryo UI</vt:lpstr>
      <vt:lpstr>Ricty Diminished Discord</vt:lpstr>
      <vt:lpstr>游ゴシック</vt:lpstr>
      <vt:lpstr>Cambria Math</vt:lpstr>
      <vt:lpstr>Impact</vt:lpstr>
      <vt:lpstr>Wingdings</vt:lpstr>
      <vt:lpstr>Wingdings 2</vt:lpstr>
      <vt:lpstr>配当</vt:lpstr>
      <vt:lpstr>[AL] 確率分布：連続確率分布</vt:lpstr>
      <vt:lpstr>Summary</vt:lpstr>
      <vt:lpstr>PowerPoint プレゼンテーション</vt:lpstr>
      <vt:lpstr>標準正規分布</vt:lpstr>
      <vt:lpstr>t分布</vt:lpstr>
      <vt:lpstr>標本不偏分散</vt:lpstr>
      <vt:lpstr>①標本不偏分散を計算してみよう</vt:lpstr>
      <vt:lpstr>①標本不偏分散を計算してみよう</vt:lpstr>
      <vt:lpstr>①標本不偏分散を計算してみよう</vt:lpstr>
      <vt:lpstr>②標本不偏分散を計算してみよう</vt:lpstr>
      <vt:lpstr>②標本不偏分散を計算してみよう</vt:lpstr>
      <vt:lpstr>③標準正規分布表の読み方に慣れよう</vt:lpstr>
      <vt:lpstr>③標準正規分布表の読み方に慣れよう</vt:lpstr>
      <vt:lpstr>③標準正規分布表の読み方に慣れよう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211</cp:revision>
  <dcterms:created xsi:type="dcterms:W3CDTF">2025-03-03T09:28:12Z</dcterms:created>
  <dcterms:modified xsi:type="dcterms:W3CDTF">2025-09-04T06:40:14Z</dcterms:modified>
</cp:coreProperties>
</file>